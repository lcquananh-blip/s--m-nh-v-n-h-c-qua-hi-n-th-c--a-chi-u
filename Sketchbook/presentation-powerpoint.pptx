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595e07f9690421e" /><Relationship Type="http://schemas.openxmlformats.org/officeDocument/2006/relationships/extended-properties" Target="/docProps/app.xml" Id="Rf64c7f200ce44393" /><Relationship Type="http://schemas.openxmlformats.org/officeDocument/2006/relationships/officeDocument" Target="/ppt/presentation.xml" Id="R1c67afabeefd4333" /></Relationships>
</file>

<file path=ppt/presentation.xml><?xml version="1.0" encoding="utf-8"?>
<p:presentation xmlns:p="http://schemas.openxmlformats.org/presentationml/2006/main">
  <p:sldMasterIdLst>
    <p:sldMasterId xmlns:r="http://schemas.openxmlformats.org/officeDocument/2006/relationships" id="2147483648" r:id="R1fa793b1c4c0429d"/>
  </p:sldMasterIdLst>
  <p:notesMasterIdLst>
    <p:notesMasterId xmlns:r="http://schemas.openxmlformats.org/officeDocument/2006/relationships" r:id="R6c246a643b4d43d1"/>
  </p:notesMasterIdLst>
  <p:sldIdLst>
    <p:sldId xmlns:r="http://schemas.openxmlformats.org/officeDocument/2006/relationships" id="256" r:id="R97b9b1e18256401a"/>
    <p:sldId xmlns:r="http://schemas.openxmlformats.org/officeDocument/2006/relationships" id="257" r:id="R331c4e6370764d81"/>
    <p:sldId xmlns:r="http://schemas.openxmlformats.org/officeDocument/2006/relationships" id="258" r:id="R9a5a769769ee47eb"/>
    <p:sldId xmlns:r="http://schemas.openxmlformats.org/officeDocument/2006/relationships" id="259" r:id="R00702d3f26a94ca1"/>
    <p:sldId xmlns:r="http://schemas.openxmlformats.org/officeDocument/2006/relationships" id="260" r:id="R5eabdb6a240b4dec"/>
    <p:sldId xmlns:r="http://schemas.openxmlformats.org/officeDocument/2006/relationships" id="261" r:id="R1d3fec9ce118435c"/>
    <p:sldId xmlns:r="http://schemas.openxmlformats.org/officeDocument/2006/relationships" id="262" r:id="R1ef9255dfde94b80"/>
    <p:sldId xmlns:r="http://schemas.openxmlformats.org/officeDocument/2006/relationships" id="263" r:id="Ra20a27a81f75490f"/>
    <p:sldId xmlns:r="http://schemas.openxmlformats.org/officeDocument/2006/relationships" id="264" r:id="Rccc9f27bcbe6427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20aa96f0be14138" /><Relationship Type="http://schemas.openxmlformats.org/officeDocument/2006/relationships/slideMaster" Target="/ppt/slideMasters/slideMaster1.xml" Id="R1fa793b1c4c0429d" /><Relationship Type="http://schemas.openxmlformats.org/officeDocument/2006/relationships/notesMaster" Target="/ppt/notesMasters/notesMaster1.xml" Id="R6c246a643b4d43d1" /><Relationship Type="http://schemas.openxmlformats.org/officeDocument/2006/relationships/presProps" Target="/ppt/presProps.xml" Id="R02533da4b035412c" /><Relationship Type="http://schemas.openxmlformats.org/officeDocument/2006/relationships/tableStyles" Target="/ppt/tableStyles.xml" Id="R42f92ca8309141f9" /><Relationship Type="http://schemas.openxmlformats.org/officeDocument/2006/relationships/slide" Target="/ppt/slides/slide1.xml" Id="R97b9b1e18256401a" /><Relationship Type="http://schemas.openxmlformats.org/officeDocument/2006/relationships/slide" Target="/ppt/slides/slide2.xml" Id="R331c4e6370764d81" /><Relationship Type="http://schemas.openxmlformats.org/officeDocument/2006/relationships/slide" Target="/ppt/slides/slide3.xml" Id="R9a5a769769ee47eb" /><Relationship Type="http://schemas.openxmlformats.org/officeDocument/2006/relationships/slide" Target="/ppt/slides/slide4.xml" Id="R00702d3f26a94ca1" /><Relationship Type="http://schemas.openxmlformats.org/officeDocument/2006/relationships/slide" Target="/ppt/slides/slide5.xml" Id="R5eabdb6a240b4dec" /><Relationship Type="http://schemas.openxmlformats.org/officeDocument/2006/relationships/slide" Target="/ppt/slides/slide6.xml" Id="R1d3fec9ce118435c" /><Relationship Type="http://schemas.openxmlformats.org/officeDocument/2006/relationships/slide" Target="/ppt/slides/slide7.xml" Id="R1ef9255dfde94b80" /><Relationship Type="http://schemas.openxmlformats.org/officeDocument/2006/relationships/slide" Target="/ppt/slides/slide8.xml" Id="Ra20a27a81f75490f" /><Relationship Type="http://schemas.openxmlformats.org/officeDocument/2006/relationships/slide" Target="/ppt/slides/slide9.xml" Id="Rccc9f27bcbe6427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bda0ecb455048f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e4857cf6d9544bf" /><Relationship Type="http://schemas.openxmlformats.org/officeDocument/2006/relationships/notesMaster" Target="/ppt/notesMasters/notesMaster1.xml" Id="R9b12036e02454257" /></Relationships>
</file>

<file path=ppt/notesSlides/_rels/notesSlide2.xml.rels>&#65279;<?xml version="1.0" encoding="utf-8"?><Relationships xmlns="http://schemas.openxmlformats.org/package/2006/relationships"><Relationship Type="http://schemas.openxmlformats.org/officeDocument/2006/relationships/slide" Target="/ppt/slides/slide2.xml" Id="R3c221e45965945c7" /><Relationship Type="http://schemas.openxmlformats.org/officeDocument/2006/relationships/notesMaster" Target="/ppt/notesMasters/notesMaster1.xml" Id="R2cbd080fa4184032" /></Relationships>
</file>

<file path=ppt/notesSlides/_rels/notesSlide3.xml.rels>&#65279;<?xml version="1.0" encoding="utf-8"?><Relationships xmlns="http://schemas.openxmlformats.org/package/2006/relationships"><Relationship Type="http://schemas.openxmlformats.org/officeDocument/2006/relationships/slide" Target="/ppt/slides/slide3.xml" Id="R02ebec0079364e19" /><Relationship Type="http://schemas.openxmlformats.org/officeDocument/2006/relationships/notesMaster" Target="/ppt/notesMasters/notesMaster1.xml" Id="R83f3765218ef435b" /></Relationships>
</file>

<file path=ppt/notesSlides/_rels/notesSlide4.xml.rels>&#65279;<?xml version="1.0" encoding="utf-8"?><Relationships xmlns="http://schemas.openxmlformats.org/package/2006/relationships"><Relationship Type="http://schemas.openxmlformats.org/officeDocument/2006/relationships/slide" Target="/ppt/slides/slide4.xml" Id="Rea2b695a0a274566" /><Relationship Type="http://schemas.openxmlformats.org/officeDocument/2006/relationships/notesMaster" Target="/ppt/notesMasters/notesMaster1.xml" Id="R39232418aafa4c04" /></Relationships>
</file>

<file path=ppt/notesSlides/_rels/notesSlide5.xml.rels>&#65279;<?xml version="1.0" encoding="utf-8"?><Relationships xmlns="http://schemas.openxmlformats.org/package/2006/relationships"><Relationship Type="http://schemas.openxmlformats.org/officeDocument/2006/relationships/slide" Target="/ppt/slides/slide5.xml" Id="Re58b0855f5ac4978" /><Relationship Type="http://schemas.openxmlformats.org/officeDocument/2006/relationships/notesMaster" Target="/ppt/notesMasters/notesMaster1.xml" Id="R428fa248edda4f14" /></Relationships>
</file>

<file path=ppt/notesSlides/_rels/notesSlide6.xml.rels>&#65279;<?xml version="1.0" encoding="utf-8"?><Relationships xmlns="http://schemas.openxmlformats.org/package/2006/relationships"><Relationship Type="http://schemas.openxmlformats.org/officeDocument/2006/relationships/slide" Target="/ppt/slides/slide6.xml" Id="Rfa33a88539104d67" /><Relationship Type="http://schemas.openxmlformats.org/officeDocument/2006/relationships/notesMaster" Target="/ppt/notesMasters/notesMaster1.xml" Id="R280d76a4da554b83" /></Relationships>
</file>

<file path=ppt/notesSlides/_rels/notesSlide7.xml.rels>&#65279;<?xml version="1.0" encoding="utf-8"?><Relationships xmlns="http://schemas.openxmlformats.org/package/2006/relationships"><Relationship Type="http://schemas.openxmlformats.org/officeDocument/2006/relationships/slide" Target="/ppt/slides/slide7.xml" Id="R737d10bd6c5041a6" /><Relationship Type="http://schemas.openxmlformats.org/officeDocument/2006/relationships/notesMaster" Target="/ppt/notesMasters/notesMaster1.xml" Id="R57b4eec678e14bf3" /></Relationships>
</file>

<file path=ppt/notesSlides/_rels/notesSlide8.xml.rels>&#65279;<?xml version="1.0" encoding="utf-8"?><Relationships xmlns="http://schemas.openxmlformats.org/package/2006/relationships"><Relationship Type="http://schemas.openxmlformats.org/officeDocument/2006/relationships/slide" Target="/ppt/slides/slide8.xml" Id="Ra3d6c266437040bc" /><Relationship Type="http://schemas.openxmlformats.org/officeDocument/2006/relationships/notesMaster" Target="/ppt/notesMasters/notesMaster1.xml" Id="R1a180ba16bf941a7" /></Relationships>
</file>

<file path=ppt/notesSlides/_rels/notesSlide9.xml.rels>&#65279;<?xml version="1.0" encoding="utf-8"?><Relationships xmlns="http://schemas.openxmlformats.org/package/2006/relationships"><Relationship Type="http://schemas.openxmlformats.org/officeDocument/2006/relationships/slide" Target="/ppt/slides/slide9.xml" Id="R92348a178cac42f9" /><Relationship Type="http://schemas.openxmlformats.org/officeDocument/2006/relationships/notesMaster" Target="/ppt/notesMasters/notesMaster1.xml" Id="Ra0bb7da758ac4d6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b4993e819204c5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02a40e5cd4f4e0d" /><Relationship Type="http://schemas.openxmlformats.org/officeDocument/2006/relationships/slideLayout" Target="/ppt/slideLayouts/slideLayout1.xml" Id="R3f190963c53c450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f190963c53c450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9617a9f98c6469a" /><Relationship Type="http://schemas.openxmlformats.org/officeDocument/2006/relationships/image" Target="/ppt/media/image.png" Id="R7d99f8d68a9b408e" /><Relationship Type="http://schemas.openxmlformats.org/officeDocument/2006/relationships/image" Target="/ppt/media/image.jpeg" Id="R71072aaa65ee410d" /><Relationship Type="http://schemas.openxmlformats.org/officeDocument/2006/relationships/notesSlide" Target="/ppt/notesSlides/notesSlide1.xml" Id="R6e576b52295140b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d75a4613a2e4c48" /><Relationship Type="http://schemas.openxmlformats.org/officeDocument/2006/relationships/notesSlide" Target="/ppt/notesSlides/notesSlide2.xml" Id="R5bfb6476978c4f3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5ab944d06234989" /><Relationship Type="http://schemas.openxmlformats.org/officeDocument/2006/relationships/notesSlide" Target="/ppt/notesSlides/notesSlide3.xml" Id="R9f4d4769a096435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915d8c682884976" /><Relationship Type="http://schemas.openxmlformats.org/officeDocument/2006/relationships/image" Target="/ppt/media/image2.jpeg" Id="Rd4e91c63b4df4803" /><Relationship Type="http://schemas.openxmlformats.org/officeDocument/2006/relationships/image" Target="/ppt/media/image3.jpeg" Id="R17a7e948e8ef44af" /><Relationship Type="http://schemas.openxmlformats.org/officeDocument/2006/relationships/notesSlide" Target="/ppt/notesSlides/notesSlide4.xml" Id="Rbbc05b701d58488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94b7020bac0479e" /><Relationship Type="http://schemas.openxmlformats.org/officeDocument/2006/relationships/image" Target="/ppt/media/image4.jpeg" Id="R086fa3a2ff284190" /><Relationship Type="http://schemas.openxmlformats.org/officeDocument/2006/relationships/image" Target="/ppt/media/image5.jpeg" Id="Rc05d76b876444251" /><Relationship Type="http://schemas.openxmlformats.org/officeDocument/2006/relationships/notesSlide" Target="/ppt/notesSlides/notesSlide5.xml" Id="R55b2ffe3f38042c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3bea93f6a3749d8" /><Relationship Type="http://schemas.openxmlformats.org/officeDocument/2006/relationships/image" Target="/ppt/media/image6.jpeg" Id="Rcb4b676279974a0a" /><Relationship Type="http://schemas.openxmlformats.org/officeDocument/2006/relationships/image" Target="/ppt/media/image7.jpeg" Id="R8e7faf8f046448b0" /><Relationship Type="http://schemas.openxmlformats.org/officeDocument/2006/relationships/image" Target="/ppt/media/image8.jpeg" Id="R36cfb92c09cf45e6" /><Relationship Type="http://schemas.openxmlformats.org/officeDocument/2006/relationships/notesSlide" Target="/ppt/notesSlides/notesSlide6.xml" Id="R6fc6f6a44ea2488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98d69e6f1f148a0" /><Relationship Type="http://schemas.openxmlformats.org/officeDocument/2006/relationships/notesSlide" Target="/ppt/notesSlides/notesSlide7.xml" Id="R3bc8dbcc4df1440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7830d33dd454e50" /><Relationship Type="http://schemas.openxmlformats.org/officeDocument/2006/relationships/notesSlide" Target="/ppt/notesSlides/notesSlide8.xml" Id="R5a8270c4b9e8440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ffaa9370b9e43cf" /><Relationship Type="http://schemas.openxmlformats.org/officeDocument/2006/relationships/notesSlide" Target="/ppt/notesSlides/notesSlide9.xml" Id="R3b1985bb21db415e" /></Relationships>
</file>

<file path=ppt/slides/slide1.xml><?xml version="1.0" encoding="utf-8"?>
<p:sld xmlns:p="http://schemas.openxmlformats.org/presentationml/2006/main">
  <p:cSld>
    <p:bg>
      <p:bgPr>
        <a:solidFill xmlns:a="http://schemas.openxmlformats.org/drawingml/2006/main">
          <a:srgbClr val="FFF7EC"/>
        </a:solidFill>
      </p:bgPr>
    </p:bg>
    <p:spTree>
      <p:nvGrpSpPr>
        <p:cNvPr id="1" name=""/>
        <p:cNvGrpSpPr/>
        <p:nvPr/>
      </p:nvGrpSpPr>
      <p:grpSpPr>
        <a:xfrm xmlns:a="http://schemas.openxmlformats.org/drawingml/2006/main"/>
      </p:grpSpPr>
      <p:sp>
        <p:nvSpPr>
          <p:cNvPr id="9" name="SỨ MỆNH VĂN HỌC">
            <a:extLst xmlns:a="http://schemas.openxmlformats.org/drawingml/2006/main">
              <a:ext uri="{FF2B5EF4-FFF2-40B4-BE49-F238E27FC236}">
                <a16:creationId xmlns:a16="http://schemas.microsoft.com/office/drawing/2014/main" id="{0FDEE5B9-1C6E-4863-AF70-27626A4DDDD9}"/>
              </a:ext>
            </a:extLst>
          </p:cNvPr>
          <p:cNvSpPr>
            <a:spLocks xmlns:a="http://schemas.openxmlformats.org/drawingml/2006/main" noGrp="1"/>
          </p:cNvSpPr>
          <p:nvPr/>
        </p:nvSpPr>
        <p:spPr>
          <a:xfrm xmlns:a="http://schemas.openxmlformats.org/drawingml/2006/main">
            <a:off x="723900" y="457200"/>
            <a:ext cx="10477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i="0">
                <a:solidFill>
                  <a:srgbClr val="BD8E56"/>
                </a:solidFill>
                <a:latin typeface="Arial"/>
                <a:ea typeface="Arial"/>
                <a:cs typeface="Arial"/>
              </a:defRPr>
            </a:pPr>
            <a:r>
              <a:rPr sz="1725" b="1" i="0">
                <a:solidFill>
                  <a:srgbClr val="BD8E56"/>
                </a:solidFill>
                <a:latin typeface="Arial"/>
                <a:ea typeface="Arial"/>
                <a:cs typeface="Arial"/>
              </a:rPr>
              <a:t>SỨ MỆNH VĂN HỌC</a:t>
            </a:r>
          </a:p>
        </p:txBody>
      </p:sp>
      <p:sp>
        <p:nvSpPr>
          <p:cNvPr id="2" name="Qua hiện thực đa chiều">
            <a:extLst xmlns:a="http://schemas.openxmlformats.org/drawingml/2006/main">
              <a:ext uri="{FF2B5EF4-FFF2-40B4-BE49-F238E27FC236}">
                <a16:creationId xmlns:a16="http://schemas.microsoft.com/office/drawing/2014/main" id="{692C5DB6-257A-4329-AAFB-CF4B7FBB06DC}"/>
              </a:ext>
            </a:extLst>
          </p:cNvPr>
          <p:cNvSpPr>
            <a:spLocks xmlns:a="http://schemas.openxmlformats.org/drawingml/2006/main" noGrp="1"/>
          </p:cNvSpPr>
          <p:nvPr/>
        </p:nvSpPr>
        <p:spPr>
          <a:xfrm xmlns:a="http://schemas.openxmlformats.org/drawingml/2006/main">
            <a:off x="723900" y="971550"/>
            <a:ext cx="10744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600" b="0" i="0">
                <a:solidFill>
                  <a:srgbClr val="07546A"/>
                </a:solidFill>
                <a:latin typeface="Arial"/>
                <a:ea typeface="Arial"/>
                <a:cs typeface="Arial"/>
              </a:defRPr>
            </a:pPr>
            <a:r>
              <a:rPr sz="3600" b="0" i="0">
                <a:solidFill>
                  <a:srgbClr val="07546A"/>
                </a:solidFill>
                <a:latin typeface="Arial"/>
                <a:ea typeface="Arial"/>
                <a:cs typeface="Arial"/>
              </a:rPr>
              <a:t>Qua hiện thực đa chiều</a:t>
            </a:r>
          </a:p>
        </p:txBody>
      </p:sp>
      <p:sp>
        <p:nvSpPr>
          <p:cNvPr id="3" name="Tầm vóc nghệ thuật và bài học nh">
            <a:extLst xmlns:a="http://schemas.openxmlformats.org/drawingml/2006/main">
              <a:ext uri="{FF2B5EF4-FFF2-40B4-BE49-F238E27FC236}">
                <a16:creationId xmlns:a16="http://schemas.microsoft.com/office/drawing/2014/main" id="{5E0E9C16-E2F0-4B40-994D-22BEEBB7AB9E}"/>
              </a:ext>
            </a:extLst>
          </p:cNvPr>
          <p:cNvSpPr>
            <a:spLocks xmlns:a="http://schemas.openxmlformats.org/drawingml/2006/main" noGrp="1"/>
          </p:cNvSpPr>
          <p:nvPr/>
        </p:nvSpPr>
        <p:spPr>
          <a:xfrm xmlns:a="http://schemas.openxmlformats.org/drawingml/2006/main">
            <a:off x="723900" y="1762125"/>
            <a:ext cx="10744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i="0">
                <a:solidFill>
                  <a:srgbClr val="203D45"/>
                </a:solidFill>
                <a:latin typeface="Arial"/>
                <a:ea typeface="Arial"/>
                <a:cs typeface="Arial"/>
              </a:defRPr>
            </a:pPr>
            <a:r>
              <a:rPr sz="1650" b="0" i="0">
                <a:solidFill>
                  <a:srgbClr val="203D45"/>
                </a:solidFill>
                <a:latin typeface="Arial"/>
                <a:ea typeface="Arial"/>
                <a:cs typeface="Arial"/>
              </a:rPr>
              <a:t>Tầm vóc nghệ thuật và bài học nhân sinh trong “Xuân Tóc Đỏ Cứu Quốc” và “Mùa Lá Rụng Trong Vườn”</a:t>
            </a:r>
          </a:p>
        </p:txBody>
      </p:sp>
      <p:sp>
        <p:nvSpPr>
          <p:cNvPr id="4" name="">
            <a:extLst xmlns:a="http://schemas.openxmlformats.org/drawingml/2006/main">
              <a:ext uri="{FF2B5EF4-FFF2-40B4-BE49-F238E27FC236}">
                <a16:creationId xmlns:a16="http://schemas.microsoft.com/office/drawing/2014/main" id="{6AB38F26-1B27-4D7D-B50E-883C9995C9FE}"/>
              </a:ext>
            </a:extLst>
          </p:cNvPr>
          <p:cNvSpPr>
            <a:spLocks xmlns:a="http://schemas.openxmlformats.org/drawingml/2006/main" noGrp="1"/>
          </p:cNvSpPr>
          <p:nvPr/>
        </p:nvSpPr>
        <p:spPr>
          <a:xfrm xmlns:a="http://schemas.openxmlformats.org/drawingml/2006/main">
            <a:off x="723900" y="2514600"/>
            <a:ext cx="781050" cy="28575"/>
          </a:xfrm>
          <a:prstGeom xmlns:a="http://schemas.openxmlformats.org/drawingml/2006/main" prst="rect">
            <a:avLst/>
          </a:prstGeom>
          <a:solidFill xmlns:a="http://schemas.openxmlformats.org/drawingml/2006/main">
            <a:srgbClr val="BD8E56"/>
          </a:solidFill>
          <a:ln xmlns:a="http://schemas.openxmlformats.org/drawingml/2006/main" w="0">
            <a:noFill/>
          </a:ln>
        </p:spPr>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7d99f8d68a9b408e"/>
          <a:srcRect xmlns:a="http://schemas.openxmlformats.org/drawingml/2006/main" l="0" t="2960" r="0" b="2960"/>
          <a:stretch xmlns:a="http://schemas.openxmlformats.org/drawingml/2006/main">
            <a:fillRect l="0" t="0" r="0" b="0"/>
          </a:stretch>
        </p:blipFill>
        <p:spPr>
          <a:xfrm xmlns:a="http://schemas.openxmlformats.org/drawingml/2006/main">
            <a:off x="723900" y="2781300"/>
            <a:ext cx="5219700" cy="2762250"/>
          </a:xfrm>
          <a:prstGeom xmlns:a="http://schemas.openxmlformats.org/drawingml/2006/main" prst="roundRect">
            <a:avLst>
              <a:gd name="adj" fmla="val 4138"/>
            </a:avLst>
          </a:prstGeom>
        </p:spPr>
      </p:pic>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71072aaa65ee410d"/>
          <a:stretch xmlns:a="http://schemas.openxmlformats.org/drawingml/2006/main"/>
        </p:blipFill>
        <p:spPr>
          <a:xfrm xmlns:a="http://schemas.openxmlformats.org/drawingml/2006/main">
            <a:off x="7477125" y="2781300"/>
            <a:ext cx="2762250" cy="2762250"/>
          </a:xfrm>
          <a:prstGeom xmlns:a="http://schemas.openxmlformats.org/drawingml/2006/main" prst="roundRect">
            <a:avLst>
              <a:gd name="adj" fmla="val 4138"/>
            </a:avLst>
          </a:prstGeom>
        </p:spPr>
      </p:pic>
      <p:sp>
        <p:nvSpPr>
          <p:cNvPr id="7" name="Người thực hiện: Hoàng Tuấn Anh">
            <a:extLst xmlns:a="http://schemas.openxmlformats.org/drawingml/2006/main">
              <a:ext uri="{FF2B5EF4-FFF2-40B4-BE49-F238E27FC236}">
                <a16:creationId xmlns:a16="http://schemas.microsoft.com/office/drawing/2014/main" id="{6D561538-9865-45C3-98F9-D94186E9ECA6}"/>
              </a:ext>
            </a:extLst>
          </p:cNvPr>
          <p:cNvSpPr>
            <a:spLocks xmlns:a="http://schemas.openxmlformats.org/drawingml/2006/main" noGrp="1"/>
          </p:cNvSpPr>
          <p:nvPr/>
        </p:nvSpPr>
        <p:spPr>
          <a:xfrm xmlns:a="http://schemas.openxmlformats.org/drawingml/2006/main">
            <a:off x="723900" y="5772150"/>
            <a:ext cx="5048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i="0">
                <a:solidFill>
                  <a:srgbClr val="07546A"/>
                </a:solidFill>
                <a:latin typeface="Arial"/>
                <a:ea typeface="Arial"/>
                <a:cs typeface="Arial"/>
              </a:defRPr>
            </a:pPr>
            <a:r>
              <a:rPr sz="1575" b="0" i="0">
                <a:solidFill>
                  <a:srgbClr val="07546A"/>
                </a:solidFill>
                <a:latin typeface="Arial"/>
                <a:ea typeface="Arial"/>
                <a:cs typeface="Arial"/>
              </a:rPr>
              <a:t>Người thực hiện: Hoàng Tuấn Anh</a:t>
            </a:r>
          </a:p>
        </p:txBody>
      </p:sp>
      <p:sp>
        <p:nvSpPr>
          <p:cNvPr id="8" name="Nhóm thực hiện: Tổ 3">
            <a:extLst xmlns:a="http://schemas.openxmlformats.org/drawingml/2006/main">
              <a:ext uri="{FF2B5EF4-FFF2-40B4-BE49-F238E27FC236}">
                <a16:creationId xmlns:a16="http://schemas.microsoft.com/office/drawing/2014/main" id="{8A025194-DD67-439E-B818-2761B80832CE}"/>
              </a:ext>
            </a:extLst>
          </p:cNvPr>
          <p:cNvSpPr>
            <a:spLocks xmlns:a="http://schemas.openxmlformats.org/drawingml/2006/main" noGrp="1"/>
          </p:cNvSpPr>
          <p:nvPr/>
        </p:nvSpPr>
        <p:spPr>
          <a:xfrm xmlns:a="http://schemas.openxmlformats.org/drawingml/2006/main">
            <a:off x="6248400" y="5772150"/>
            <a:ext cx="5048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i="0">
                <a:solidFill>
                  <a:srgbClr val="07546A"/>
                </a:solidFill>
                <a:latin typeface="Arial"/>
                <a:ea typeface="Arial"/>
                <a:cs typeface="Arial"/>
              </a:defRPr>
            </a:pPr>
            <a:r>
              <a:rPr sz="1575" b="0" i="0">
                <a:solidFill>
                  <a:srgbClr val="07546A"/>
                </a:solidFill>
                <a:latin typeface="Arial"/>
                <a:ea typeface="Arial"/>
                <a:cs typeface="Arial"/>
              </a:rPr>
              <a:t>Nhóm thực hiện: Tổ 3</a:t>
            </a:r>
          </a:p>
        </p:txBody>
      </p:sp>
    </p:spTree>
    <p:extLst>
      <p:ext uri="{BB962C8B-B14F-4D97-AF65-F5344CB8AC3E}">
        <p14:creationId xmlns:p14="http://schemas.microsoft.com/office/powerpoint/2010/main" val="706594965"/>
      </p:ext>
    </p:extLst>
  </p:cSld>
</p:sld>
</file>

<file path=ppt/slides/slide2.xml><?xml version="1.0" encoding="utf-8"?>
<p:sld xmlns:p="http://schemas.openxmlformats.org/presentationml/2006/main">
  <p:cSld>
    <p:bg>
      <p:bgPr>
        <a:solidFill xmlns:a="http://schemas.openxmlformats.org/drawingml/2006/main">
          <a:srgbClr val="FFF7EC"/>
        </a:solidFill>
      </p:bgPr>
    </p:bg>
    <p:spTree>
      <p:nvGrpSpPr>
        <p:cNvPr id="1" name=""/>
        <p:cNvGrpSpPr/>
        <p:nvPr/>
      </p:nvGrpSpPr>
      <p:grpSpPr>
        <a:xfrm xmlns:a="http://schemas.openxmlformats.org/drawingml/2006/main"/>
      </p:grpSpPr>
      <p:sp>
        <p:nvSpPr>
          <p:cNvPr id="25" name="NHÓM THỰC HIỆN · TỔ 3">
            <a:extLst xmlns:a="http://schemas.openxmlformats.org/drawingml/2006/main">
              <a:ext uri="{FF2B5EF4-FFF2-40B4-BE49-F238E27FC236}">
                <a16:creationId xmlns:a16="http://schemas.microsoft.com/office/drawing/2014/main" id="{BC00510D-F228-4B89-9DEE-1E552FC50CA5}"/>
              </a:ext>
            </a:extLst>
          </p:cNvPr>
          <p:cNvSpPr>
            <a:spLocks xmlns:a="http://schemas.openxmlformats.org/drawingml/2006/main" noGrp="1"/>
          </p:cNvSpPr>
          <p:nvPr/>
        </p:nvSpPr>
        <p:spPr>
          <a:xfrm xmlns:a="http://schemas.openxmlformats.org/drawingml/2006/main">
            <a:off x="685800" y="4000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l">
              <a:defRPr sz="1200" b="1" i="0">
                <a:solidFill>
                  <a:srgbClr val="BD8E56"/>
                </a:solidFill>
                <a:latin typeface="Arial"/>
                <a:ea typeface="Arial"/>
                <a:cs typeface="Arial"/>
              </a:defRPr>
            </a:pPr>
            <a:r>
              <a:rPr sz="1200" b="1" i="0">
                <a:solidFill>
                  <a:srgbClr val="BD8E56"/>
                </a:solidFill>
                <a:latin typeface="Arial"/>
                <a:ea typeface="Arial"/>
                <a:cs typeface="Arial"/>
              </a:rPr>
              <a:t>NHÓM THỰC HIỆN · TỔ 3</a:t>
            </a:r>
          </a:p>
        </p:txBody>
      </p:sp>
      <p:sp>
        <p:nvSpPr>
          <p:cNvPr id="2" name="Thành viên và phân công nhiệm vụ">
            <a:extLst xmlns:a="http://schemas.openxmlformats.org/drawingml/2006/main">
              <a:ext uri="{FF2B5EF4-FFF2-40B4-BE49-F238E27FC236}">
                <a16:creationId xmlns:a16="http://schemas.microsoft.com/office/drawing/2014/main" id="{72420F4A-428B-4422-AD5C-2D9FB55C0049}"/>
              </a:ext>
            </a:extLst>
          </p:cNvPr>
          <p:cNvSpPr>
            <a:spLocks xmlns:a="http://schemas.openxmlformats.org/drawingml/2006/main" noGrp="1"/>
          </p:cNvSpPr>
          <p:nvPr/>
        </p:nvSpPr>
        <p:spPr>
          <a:xfrm xmlns:a="http://schemas.openxmlformats.org/drawingml/2006/main">
            <a:off x="685800" y="72390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925" b="0" i="0">
                <a:solidFill>
                  <a:srgbClr val="07546A"/>
                </a:solidFill>
                <a:latin typeface="Arial"/>
                <a:ea typeface="Arial"/>
                <a:cs typeface="Arial"/>
              </a:defRPr>
            </a:pPr>
            <a:r>
              <a:rPr sz="2925" b="0" i="0">
                <a:solidFill>
                  <a:srgbClr val="07546A"/>
                </a:solidFill>
                <a:latin typeface="Arial"/>
                <a:ea typeface="Arial"/>
                <a:cs typeface="Arial"/>
              </a:rPr>
              <a:t>Thành viên và phân công nhiệm vụ</a:t>
            </a:r>
          </a:p>
        </p:txBody>
      </p:sp>
      <p:sp>
        <p:nvSpPr>
          <p:cNvPr id="3" name="">
            <a:extLst xmlns:a="http://schemas.openxmlformats.org/drawingml/2006/main">
              <a:ext uri="{FF2B5EF4-FFF2-40B4-BE49-F238E27FC236}">
                <a16:creationId xmlns:a16="http://schemas.microsoft.com/office/drawing/2014/main" id="{2E0950E8-818F-4FB7-8EEF-CDED7A2F7452}"/>
              </a:ext>
            </a:extLst>
          </p:cNvPr>
          <p:cNvSpPr>
            <a:spLocks xmlns:a="http://schemas.openxmlformats.org/drawingml/2006/main" noGrp="1"/>
          </p:cNvSpPr>
          <p:nvPr/>
        </p:nvSpPr>
        <p:spPr>
          <a:xfrm xmlns:a="http://schemas.openxmlformats.org/drawingml/2006/main">
            <a:off x="685800" y="1609725"/>
            <a:ext cx="647700" cy="28575"/>
          </a:xfrm>
          <a:prstGeom xmlns:a="http://schemas.openxmlformats.org/drawingml/2006/main" prst="rect">
            <a:avLst/>
          </a:prstGeom>
          <a:solidFill xmlns:a="http://schemas.openxmlformats.org/drawingml/2006/main">
            <a:srgbClr val="BD8E56"/>
          </a:solidFill>
          <a:ln xmlns:a="http://schemas.openxmlformats.org/drawingml/2006/main" w="0">
            <a:noFill/>
          </a:ln>
        </p:spPr>
      </p:sp>
      <p:sp>
        <p:nvSpPr>
          <p:cNvPr id="4" name="02">
            <a:extLst xmlns:a="http://schemas.openxmlformats.org/drawingml/2006/main">
              <a:ext uri="{FF2B5EF4-FFF2-40B4-BE49-F238E27FC236}">
                <a16:creationId xmlns:a16="http://schemas.microsoft.com/office/drawing/2014/main" id="{6D78517B-64CB-4982-916F-7288B65BD433}"/>
              </a:ext>
            </a:extLst>
          </p:cNvPr>
          <p:cNvSpPr>
            <a:spLocks xmlns:a="http://schemas.openxmlformats.org/drawingml/2006/main" noGrp="1"/>
          </p:cNvSpPr>
          <p:nvPr/>
        </p:nvSpPr>
        <p:spPr>
          <a:xfrm xmlns:a="http://schemas.openxmlformats.org/drawingml/2006/main">
            <a:off x="11049000" y="62960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r">
              <a:defRPr sz="1200" b="0" i="0">
                <a:solidFill>
                  <a:srgbClr val="07546A"/>
                </a:solidFill>
                <a:latin typeface="Arial"/>
                <a:ea typeface="Arial"/>
                <a:cs typeface="Arial"/>
              </a:defRPr>
            </a:pPr>
            <a:r>
              <a:rPr sz="1200" b="0" i="0">
                <a:solidFill>
                  <a:srgbClr val="07546A"/>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B5D02CF0-DCC0-4C9C-96A1-B00A26960E13}"/>
              </a:ext>
            </a:extLst>
          </p:cNvPr>
          <p:cNvSpPr>
            <a:spLocks xmlns:a="http://schemas.openxmlformats.org/drawingml/2006/main" noGrp="1"/>
          </p:cNvSpPr>
          <p:nvPr/>
        </p:nvSpPr>
        <p:spPr>
          <a:xfrm xmlns:a="http://schemas.openxmlformats.org/drawingml/2006/main">
            <a:off x="685800" y="1809750"/>
            <a:ext cx="10820400" cy="781050"/>
          </a:xfrm>
          <a:prstGeom xmlns:a="http://schemas.openxmlformats.org/drawingml/2006/main" prst="roundRect">
            <a:avLst>
              <a:gd name="adj" fmla="val 14634"/>
            </a:avLst>
          </a:prstGeom>
          <a:solidFill xmlns:a="http://schemas.openxmlformats.org/drawingml/2006/main">
            <a:srgbClr val="FFFCF6"/>
          </a:solidFill>
          <a:ln xmlns:a="http://schemas.openxmlformats.org/drawingml/2006/main" w="0">
            <a:noFill/>
          </a:ln>
        </p:spPr>
      </p:sp>
      <p:sp>
        <p:nvSpPr>
          <p:cNvPr id="6" name="01">
            <a:extLst xmlns:a="http://schemas.openxmlformats.org/drawingml/2006/main">
              <a:ext uri="{FF2B5EF4-FFF2-40B4-BE49-F238E27FC236}">
                <a16:creationId xmlns:a16="http://schemas.microsoft.com/office/drawing/2014/main" id="{CFD481A9-CEBF-4367-AB3E-561EF1BF4857}"/>
              </a:ext>
            </a:extLst>
          </p:cNvPr>
          <p:cNvSpPr>
            <a:spLocks xmlns:a="http://schemas.openxmlformats.org/drawingml/2006/main" noGrp="1"/>
          </p:cNvSpPr>
          <p:nvPr/>
        </p:nvSpPr>
        <p:spPr>
          <a:xfrm xmlns:a="http://schemas.openxmlformats.org/drawingml/2006/main">
            <a:off x="876300" y="1971675"/>
            <a:ext cx="457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i="0">
                <a:solidFill>
                  <a:srgbClr val="BD8E56"/>
                </a:solidFill>
                <a:latin typeface="Arial"/>
                <a:ea typeface="Arial"/>
                <a:cs typeface="Arial"/>
              </a:defRPr>
            </a:pPr>
            <a:r>
              <a:rPr sz="1875" b="1" i="0">
                <a:solidFill>
                  <a:srgbClr val="BD8E56"/>
                </a:solidFill>
                <a:latin typeface="Arial"/>
                <a:ea typeface="Arial"/>
                <a:cs typeface="Arial"/>
              </a:rPr>
              <a:t>01</a:t>
            </a:r>
          </a:p>
        </p:txBody>
      </p:sp>
      <p:sp>
        <p:nvSpPr>
          <p:cNvPr id="7" name="Nhận thức về cuộc sống">
            <a:extLst xmlns:a="http://schemas.openxmlformats.org/drawingml/2006/main">
              <a:ext uri="{FF2B5EF4-FFF2-40B4-BE49-F238E27FC236}">
                <a16:creationId xmlns:a16="http://schemas.microsoft.com/office/drawing/2014/main" id="{EA9AFA4F-C18F-4098-BE3E-A83008C3CA76}"/>
              </a:ext>
            </a:extLst>
          </p:cNvPr>
          <p:cNvSpPr>
            <a:spLocks xmlns:a="http://schemas.openxmlformats.org/drawingml/2006/main" noGrp="1"/>
          </p:cNvSpPr>
          <p:nvPr/>
        </p:nvSpPr>
        <p:spPr>
          <a:xfrm xmlns:a="http://schemas.openxmlformats.org/drawingml/2006/main">
            <a:off x="1504950" y="1885950"/>
            <a:ext cx="4095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1" i="0">
                <a:solidFill>
                  <a:srgbClr val="07546A"/>
                </a:solidFill>
                <a:latin typeface="Arial"/>
                <a:ea typeface="Arial"/>
                <a:cs typeface="Arial"/>
              </a:defRPr>
            </a:pPr>
            <a:r>
              <a:rPr sz="1575" b="1" i="0">
                <a:solidFill>
                  <a:srgbClr val="07546A"/>
                </a:solidFill>
                <a:latin typeface="Arial"/>
                <a:ea typeface="Arial"/>
                <a:cs typeface="Arial"/>
              </a:rPr>
              <a:t>Nhận thức về cuộc sống</a:t>
            </a:r>
          </a:p>
        </p:txBody>
      </p:sp>
      <p:sp>
        <p:nvSpPr>
          <p:cNvPr id="8" name="Hoàng Bảo Long · Khương Thị Kiều">
            <a:extLst xmlns:a="http://schemas.openxmlformats.org/drawingml/2006/main">
              <a:ext uri="{FF2B5EF4-FFF2-40B4-BE49-F238E27FC236}">
                <a16:creationId xmlns:a16="http://schemas.microsoft.com/office/drawing/2014/main" id="{FBACBBB8-B56F-4773-8D2E-AA394D27D0AC}"/>
              </a:ext>
            </a:extLst>
          </p:cNvPr>
          <p:cNvSpPr>
            <a:spLocks xmlns:a="http://schemas.openxmlformats.org/drawingml/2006/main" noGrp="1"/>
          </p:cNvSpPr>
          <p:nvPr/>
        </p:nvSpPr>
        <p:spPr>
          <a:xfrm xmlns:a="http://schemas.openxmlformats.org/drawingml/2006/main">
            <a:off x="5810250" y="1885950"/>
            <a:ext cx="5410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i="0">
                <a:solidFill>
                  <a:srgbClr val="203D45"/>
                </a:solidFill>
                <a:latin typeface="Arial"/>
                <a:ea typeface="Arial"/>
                <a:cs typeface="Arial"/>
              </a:defRPr>
            </a:pPr>
            <a:r>
              <a:rPr sz="1275" b="0" i="0">
                <a:solidFill>
                  <a:srgbClr val="203D45"/>
                </a:solidFill>
                <a:latin typeface="Arial"/>
                <a:ea typeface="Arial"/>
                <a:cs typeface="Arial"/>
              </a:rPr>
              <a:t>Hoàng Bảo Long · Khương Thị Kiều Anh</a:t>
            </a:r>
          </a:p>
        </p:txBody>
      </p:sp>
      <p:sp>
        <p:nvSpPr>
          <p:cNvPr id="9" name="">
            <a:extLst xmlns:a="http://schemas.openxmlformats.org/drawingml/2006/main">
              <a:ext uri="{FF2B5EF4-FFF2-40B4-BE49-F238E27FC236}">
                <a16:creationId xmlns:a16="http://schemas.microsoft.com/office/drawing/2014/main" id="{E0375208-691E-42DC-929F-306B3D84A8EC}"/>
              </a:ext>
            </a:extLst>
          </p:cNvPr>
          <p:cNvSpPr>
            <a:spLocks xmlns:a="http://schemas.openxmlformats.org/drawingml/2006/main" noGrp="1"/>
          </p:cNvSpPr>
          <p:nvPr/>
        </p:nvSpPr>
        <p:spPr>
          <a:xfrm xmlns:a="http://schemas.openxmlformats.org/drawingml/2006/main">
            <a:off x="685800" y="2676525"/>
            <a:ext cx="10820400" cy="781050"/>
          </a:xfrm>
          <a:prstGeom xmlns:a="http://schemas.openxmlformats.org/drawingml/2006/main" prst="roundRect">
            <a:avLst>
              <a:gd name="adj" fmla="val 14634"/>
            </a:avLst>
          </a:prstGeom>
          <a:solidFill xmlns:a="http://schemas.openxmlformats.org/drawingml/2006/main">
            <a:srgbClr val="FFFCF6"/>
          </a:solidFill>
          <a:ln xmlns:a="http://schemas.openxmlformats.org/drawingml/2006/main" w="0">
            <a:noFill/>
          </a:ln>
        </p:spPr>
      </p:sp>
      <p:sp>
        <p:nvSpPr>
          <p:cNvPr id="10" name="02">
            <a:extLst xmlns:a="http://schemas.openxmlformats.org/drawingml/2006/main">
              <a:ext uri="{FF2B5EF4-FFF2-40B4-BE49-F238E27FC236}">
                <a16:creationId xmlns:a16="http://schemas.microsoft.com/office/drawing/2014/main" id="{D3B02EBC-8CE5-465C-8EB2-71DAE5200BB2}"/>
              </a:ext>
            </a:extLst>
          </p:cNvPr>
          <p:cNvSpPr>
            <a:spLocks xmlns:a="http://schemas.openxmlformats.org/drawingml/2006/main" noGrp="1"/>
          </p:cNvSpPr>
          <p:nvPr/>
        </p:nvSpPr>
        <p:spPr>
          <a:xfrm xmlns:a="http://schemas.openxmlformats.org/drawingml/2006/main">
            <a:off x="876300" y="2838450"/>
            <a:ext cx="457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i="0">
                <a:solidFill>
                  <a:srgbClr val="BD8E56"/>
                </a:solidFill>
                <a:latin typeface="Arial"/>
                <a:ea typeface="Arial"/>
                <a:cs typeface="Arial"/>
              </a:defRPr>
            </a:pPr>
            <a:r>
              <a:rPr sz="1875" b="1" i="0">
                <a:solidFill>
                  <a:srgbClr val="BD8E56"/>
                </a:solidFill>
                <a:latin typeface="Arial"/>
                <a:ea typeface="Arial"/>
                <a:cs typeface="Arial"/>
              </a:rPr>
              <a:t>02</a:t>
            </a:r>
          </a:p>
        </p:txBody>
      </p:sp>
      <p:sp>
        <p:nvSpPr>
          <p:cNvPr id="11" name="Giúp người đọc tin yêu vào những">
            <a:extLst xmlns:a="http://schemas.openxmlformats.org/drawingml/2006/main">
              <a:ext uri="{FF2B5EF4-FFF2-40B4-BE49-F238E27FC236}">
                <a16:creationId xmlns:a16="http://schemas.microsoft.com/office/drawing/2014/main" id="{8798EB95-508F-472C-BB77-F7047B56E273}"/>
              </a:ext>
            </a:extLst>
          </p:cNvPr>
          <p:cNvSpPr>
            <a:spLocks xmlns:a="http://schemas.openxmlformats.org/drawingml/2006/main" noGrp="1"/>
          </p:cNvSpPr>
          <p:nvPr/>
        </p:nvSpPr>
        <p:spPr>
          <a:xfrm xmlns:a="http://schemas.openxmlformats.org/drawingml/2006/main">
            <a:off x="1504950" y="2752725"/>
            <a:ext cx="4095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1" i="0">
                <a:solidFill>
                  <a:srgbClr val="07546A"/>
                </a:solidFill>
                <a:latin typeface="Arial"/>
                <a:ea typeface="Arial"/>
                <a:cs typeface="Arial"/>
              </a:defRPr>
            </a:pPr>
            <a:r>
              <a:rPr sz="1575" b="1" i="0">
                <a:solidFill>
                  <a:srgbClr val="07546A"/>
                </a:solidFill>
                <a:latin typeface="Arial"/>
                <a:ea typeface="Arial"/>
                <a:cs typeface="Arial"/>
              </a:rPr>
              <a:t>Giúp người đọc tin yêu vào những điều chính nghĩa, những giá trị bền vững</a:t>
            </a:r>
          </a:p>
        </p:txBody>
      </p:sp>
      <p:sp>
        <p:nvSpPr>
          <p:cNvPr id="12" name="Khương Tuấn Hưng · Bùi Phương An">
            <a:extLst xmlns:a="http://schemas.openxmlformats.org/drawingml/2006/main">
              <a:ext uri="{FF2B5EF4-FFF2-40B4-BE49-F238E27FC236}">
                <a16:creationId xmlns:a16="http://schemas.microsoft.com/office/drawing/2014/main" id="{B960CF5B-3B58-4467-8266-22121ECC7DFA}"/>
              </a:ext>
            </a:extLst>
          </p:cNvPr>
          <p:cNvSpPr>
            <a:spLocks xmlns:a="http://schemas.openxmlformats.org/drawingml/2006/main" noGrp="1"/>
          </p:cNvSpPr>
          <p:nvPr/>
        </p:nvSpPr>
        <p:spPr>
          <a:xfrm xmlns:a="http://schemas.openxmlformats.org/drawingml/2006/main">
            <a:off x="5810250" y="2752725"/>
            <a:ext cx="5410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i="0">
                <a:solidFill>
                  <a:srgbClr val="203D45"/>
                </a:solidFill>
                <a:latin typeface="Arial"/>
                <a:ea typeface="Arial"/>
                <a:cs typeface="Arial"/>
              </a:defRPr>
            </a:pPr>
            <a:r>
              <a:rPr sz="1275" b="0" i="0">
                <a:solidFill>
                  <a:srgbClr val="203D45"/>
                </a:solidFill>
                <a:latin typeface="Arial"/>
                <a:ea typeface="Arial"/>
                <a:cs typeface="Arial"/>
              </a:rPr>
              <a:t>Khương Tuấn Hưng · Bùi Phương Anh · Đỗ Thị Ngọc Khánh · Đoàn Đức Hiếu</a:t>
            </a:r>
          </a:p>
        </p:txBody>
      </p:sp>
      <p:sp>
        <p:nvSpPr>
          <p:cNvPr id="13" name="">
            <a:extLst xmlns:a="http://schemas.openxmlformats.org/drawingml/2006/main">
              <a:ext uri="{FF2B5EF4-FFF2-40B4-BE49-F238E27FC236}">
                <a16:creationId xmlns:a16="http://schemas.microsoft.com/office/drawing/2014/main" id="{5FD722FF-1ED4-4D94-A7BF-F2A9F583BCDF}"/>
              </a:ext>
            </a:extLst>
          </p:cNvPr>
          <p:cNvSpPr>
            <a:spLocks xmlns:a="http://schemas.openxmlformats.org/drawingml/2006/main" noGrp="1"/>
          </p:cNvSpPr>
          <p:nvPr/>
        </p:nvSpPr>
        <p:spPr>
          <a:xfrm xmlns:a="http://schemas.openxmlformats.org/drawingml/2006/main">
            <a:off x="685800" y="3543300"/>
            <a:ext cx="10820400" cy="781050"/>
          </a:xfrm>
          <a:prstGeom xmlns:a="http://schemas.openxmlformats.org/drawingml/2006/main" prst="roundRect">
            <a:avLst>
              <a:gd name="adj" fmla="val 14634"/>
            </a:avLst>
          </a:prstGeom>
          <a:solidFill xmlns:a="http://schemas.openxmlformats.org/drawingml/2006/main">
            <a:srgbClr val="FFFCF6"/>
          </a:solidFill>
          <a:ln xmlns:a="http://schemas.openxmlformats.org/drawingml/2006/main" w="0">
            <a:noFill/>
          </a:ln>
        </p:spPr>
      </p:sp>
      <p:sp>
        <p:nvSpPr>
          <p:cNvPr id="14" name="03">
            <a:extLst xmlns:a="http://schemas.openxmlformats.org/drawingml/2006/main">
              <a:ext uri="{FF2B5EF4-FFF2-40B4-BE49-F238E27FC236}">
                <a16:creationId xmlns:a16="http://schemas.microsoft.com/office/drawing/2014/main" id="{5309A09D-EF38-48C8-B3A0-3196ECAEC27B}"/>
              </a:ext>
            </a:extLst>
          </p:cNvPr>
          <p:cNvSpPr>
            <a:spLocks xmlns:a="http://schemas.openxmlformats.org/drawingml/2006/main" noGrp="1"/>
          </p:cNvSpPr>
          <p:nvPr/>
        </p:nvSpPr>
        <p:spPr>
          <a:xfrm xmlns:a="http://schemas.openxmlformats.org/drawingml/2006/main">
            <a:off x="876300" y="3705225"/>
            <a:ext cx="457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i="0">
                <a:solidFill>
                  <a:srgbClr val="BD8E56"/>
                </a:solidFill>
                <a:latin typeface="Arial"/>
                <a:ea typeface="Arial"/>
                <a:cs typeface="Arial"/>
              </a:defRPr>
            </a:pPr>
            <a:r>
              <a:rPr sz="1875" b="1" i="0">
                <a:solidFill>
                  <a:srgbClr val="BD8E56"/>
                </a:solidFill>
                <a:latin typeface="Arial"/>
                <a:ea typeface="Arial"/>
                <a:cs typeface="Arial"/>
              </a:rPr>
              <a:t>03</a:t>
            </a:r>
          </a:p>
        </p:txBody>
      </p:sp>
      <p:sp>
        <p:nvSpPr>
          <p:cNvPr id="15" name="Kết bài: Các tác phẩm văn học có">
            <a:extLst xmlns:a="http://schemas.openxmlformats.org/drawingml/2006/main">
              <a:ext uri="{FF2B5EF4-FFF2-40B4-BE49-F238E27FC236}">
                <a16:creationId xmlns:a16="http://schemas.microsoft.com/office/drawing/2014/main" id="{C209297C-18FD-4877-B499-A3D7188B9FF0}"/>
              </a:ext>
            </a:extLst>
          </p:cNvPr>
          <p:cNvSpPr>
            <a:spLocks xmlns:a="http://schemas.openxmlformats.org/drawingml/2006/main" noGrp="1"/>
          </p:cNvSpPr>
          <p:nvPr/>
        </p:nvSpPr>
        <p:spPr>
          <a:xfrm xmlns:a="http://schemas.openxmlformats.org/drawingml/2006/main">
            <a:off x="1504950" y="3619500"/>
            <a:ext cx="4095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1" i="0">
                <a:solidFill>
                  <a:srgbClr val="07546A"/>
                </a:solidFill>
                <a:latin typeface="Arial"/>
                <a:ea typeface="Arial"/>
                <a:cs typeface="Arial"/>
              </a:defRPr>
            </a:pPr>
            <a:r>
              <a:rPr sz="1575" b="1" i="0">
                <a:solidFill>
                  <a:srgbClr val="07546A"/>
                </a:solidFill>
                <a:latin typeface="Arial"/>
                <a:ea typeface="Arial"/>
                <a:cs typeface="Arial"/>
              </a:rPr>
              <a:t>Kết bài: Các tác phẩm văn học có đóng góp gì cho cuộc sống</a:t>
            </a:r>
          </a:p>
        </p:txBody>
      </p:sp>
      <p:sp>
        <p:nvSpPr>
          <p:cNvPr id="16" name="Nguyễn Thảo My · Vũ Quốc Hưng · ">
            <a:extLst xmlns:a="http://schemas.openxmlformats.org/drawingml/2006/main">
              <a:ext uri="{FF2B5EF4-FFF2-40B4-BE49-F238E27FC236}">
                <a16:creationId xmlns:a16="http://schemas.microsoft.com/office/drawing/2014/main" id="{30BA2DC0-0D95-4718-8363-3D7EACAEF0CE}"/>
              </a:ext>
            </a:extLst>
          </p:cNvPr>
          <p:cNvSpPr>
            <a:spLocks xmlns:a="http://schemas.openxmlformats.org/drawingml/2006/main" noGrp="1"/>
          </p:cNvSpPr>
          <p:nvPr/>
        </p:nvSpPr>
        <p:spPr>
          <a:xfrm xmlns:a="http://schemas.openxmlformats.org/drawingml/2006/main">
            <a:off x="5810250" y="3619500"/>
            <a:ext cx="5410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i="0">
                <a:solidFill>
                  <a:srgbClr val="203D45"/>
                </a:solidFill>
                <a:latin typeface="Arial"/>
                <a:ea typeface="Arial"/>
                <a:cs typeface="Arial"/>
              </a:defRPr>
            </a:pPr>
            <a:r>
              <a:rPr sz="1275" b="0" i="0">
                <a:solidFill>
                  <a:srgbClr val="203D45"/>
                </a:solidFill>
                <a:latin typeface="Arial"/>
                <a:ea typeface="Arial"/>
                <a:cs typeface="Arial"/>
              </a:rPr>
              <a:t>Nguyễn Thảo My · Vũ Quốc Hưng · Hoàng Quốc Huy · Phạm Nguyễn Hải Luân · Trần Đăng Khôi</a:t>
            </a:r>
          </a:p>
        </p:txBody>
      </p:sp>
      <p:sp>
        <p:nvSpPr>
          <p:cNvPr id="17" name="">
            <a:extLst xmlns:a="http://schemas.openxmlformats.org/drawingml/2006/main">
              <a:ext uri="{FF2B5EF4-FFF2-40B4-BE49-F238E27FC236}">
                <a16:creationId xmlns:a16="http://schemas.microsoft.com/office/drawing/2014/main" id="{AC55BA94-ECBB-4601-A976-CA585F69F657}"/>
              </a:ext>
            </a:extLst>
          </p:cNvPr>
          <p:cNvSpPr>
            <a:spLocks xmlns:a="http://schemas.openxmlformats.org/drawingml/2006/main" noGrp="1"/>
          </p:cNvSpPr>
          <p:nvPr/>
        </p:nvSpPr>
        <p:spPr>
          <a:xfrm xmlns:a="http://schemas.openxmlformats.org/drawingml/2006/main">
            <a:off x="685800" y="4410075"/>
            <a:ext cx="10820400" cy="781050"/>
          </a:xfrm>
          <a:prstGeom xmlns:a="http://schemas.openxmlformats.org/drawingml/2006/main" prst="roundRect">
            <a:avLst>
              <a:gd name="adj" fmla="val 14634"/>
            </a:avLst>
          </a:prstGeom>
          <a:solidFill xmlns:a="http://schemas.openxmlformats.org/drawingml/2006/main">
            <a:srgbClr val="FFFCF6"/>
          </a:solidFill>
          <a:ln xmlns:a="http://schemas.openxmlformats.org/drawingml/2006/main" w="0">
            <a:noFill/>
          </a:ln>
        </p:spPr>
      </p:sp>
      <p:sp>
        <p:nvSpPr>
          <p:cNvPr id="18" name="04">
            <a:extLst xmlns:a="http://schemas.openxmlformats.org/drawingml/2006/main">
              <a:ext uri="{FF2B5EF4-FFF2-40B4-BE49-F238E27FC236}">
                <a16:creationId xmlns:a16="http://schemas.microsoft.com/office/drawing/2014/main" id="{0896D153-030B-4A70-A1F7-16EFD4B2FDB8}"/>
              </a:ext>
            </a:extLst>
          </p:cNvPr>
          <p:cNvSpPr>
            <a:spLocks xmlns:a="http://schemas.openxmlformats.org/drawingml/2006/main" noGrp="1"/>
          </p:cNvSpPr>
          <p:nvPr/>
        </p:nvSpPr>
        <p:spPr>
          <a:xfrm xmlns:a="http://schemas.openxmlformats.org/drawingml/2006/main">
            <a:off x="876300" y="4572000"/>
            <a:ext cx="457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i="0">
                <a:solidFill>
                  <a:srgbClr val="BD8E56"/>
                </a:solidFill>
                <a:latin typeface="Arial"/>
                <a:ea typeface="Arial"/>
                <a:cs typeface="Arial"/>
              </a:defRPr>
            </a:pPr>
            <a:r>
              <a:rPr sz="1875" b="1" i="0">
                <a:solidFill>
                  <a:srgbClr val="BD8E56"/>
                </a:solidFill>
                <a:latin typeface="Arial"/>
                <a:ea typeface="Arial"/>
                <a:cs typeface="Arial"/>
              </a:rPr>
              <a:t>04</a:t>
            </a:r>
          </a:p>
        </p:txBody>
      </p:sp>
      <p:sp>
        <p:nvSpPr>
          <p:cNvPr id="19" name="Thiết kế bài thuyết trình">
            <a:extLst xmlns:a="http://schemas.openxmlformats.org/drawingml/2006/main">
              <a:ext uri="{FF2B5EF4-FFF2-40B4-BE49-F238E27FC236}">
                <a16:creationId xmlns:a16="http://schemas.microsoft.com/office/drawing/2014/main" id="{558613EA-90C4-400B-9C2A-D6A250F6AC7E}"/>
              </a:ext>
            </a:extLst>
          </p:cNvPr>
          <p:cNvSpPr>
            <a:spLocks xmlns:a="http://schemas.openxmlformats.org/drawingml/2006/main" noGrp="1"/>
          </p:cNvSpPr>
          <p:nvPr/>
        </p:nvSpPr>
        <p:spPr>
          <a:xfrm xmlns:a="http://schemas.openxmlformats.org/drawingml/2006/main">
            <a:off x="1504950" y="4486275"/>
            <a:ext cx="4095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1" i="0">
                <a:solidFill>
                  <a:srgbClr val="07546A"/>
                </a:solidFill>
                <a:latin typeface="Arial"/>
                <a:ea typeface="Arial"/>
                <a:cs typeface="Arial"/>
              </a:defRPr>
            </a:pPr>
            <a:r>
              <a:rPr sz="1575" b="1" i="0">
                <a:solidFill>
                  <a:srgbClr val="07546A"/>
                </a:solidFill>
                <a:latin typeface="Arial"/>
                <a:ea typeface="Arial"/>
                <a:cs typeface="Arial"/>
              </a:rPr>
              <a:t>Thiết kế bài thuyết trình</a:t>
            </a:r>
          </a:p>
        </p:txBody>
      </p:sp>
      <p:sp>
        <p:nvSpPr>
          <p:cNvPr id="20" name="Hoàng Tuấn Anh · Trần Ngọc Huy ·">
            <a:extLst xmlns:a="http://schemas.openxmlformats.org/drawingml/2006/main">
              <a:ext uri="{FF2B5EF4-FFF2-40B4-BE49-F238E27FC236}">
                <a16:creationId xmlns:a16="http://schemas.microsoft.com/office/drawing/2014/main" id="{C0CFEA2C-62B7-41E0-B258-72FEAE8D82F0}"/>
              </a:ext>
            </a:extLst>
          </p:cNvPr>
          <p:cNvSpPr>
            <a:spLocks xmlns:a="http://schemas.openxmlformats.org/drawingml/2006/main" noGrp="1"/>
          </p:cNvSpPr>
          <p:nvPr/>
        </p:nvSpPr>
        <p:spPr>
          <a:xfrm xmlns:a="http://schemas.openxmlformats.org/drawingml/2006/main">
            <a:off x="5810250" y="4486275"/>
            <a:ext cx="5410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i="0">
                <a:solidFill>
                  <a:srgbClr val="203D45"/>
                </a:solidFill>
                <a:latin typeface="Arial"/>
                <a:ea typeface="Arial"/>
                <a:cs typeface="Arial"/>
              </a:defRPr>
            </a:pPr>
            <a:r>
              <a:rPr sz="1275" b="0" i="0">
                <a:solidFill>
                  <a:srgbClr val="203D45"/>
                </a:solidFill>
                <a:latin typeface="Arial"/>
                <a:ea typeface="Arial"/>
                <a:cs typeface="Arial"/>
              </a:rPr>
              <a:t>Hoàng Tuấn Anh · Trần Ngọc Huy · Trần Gia Bảo · Đinh Minh Hải</a:t>
            </a:r>
          </a:p>
        </p:txBody>
      </p:sp>
      <p:sp>
        <p:nvSpPr>
          <p:cNvPr id="21" name="">
            <a:extLst xmlns:a="http://schemas.openxmlformats.org/drawingml/2006/main">
              <a:ext uri="{FF2B5EF4-FFF2-40B4-BE49-F238E27FC236}">
                <a16:creationId xmlns:a16="http://schemas.microsoft.com/office/drawing/2014/main" id="{ADA58B03-F286-4977-96FB-D4AE265BB4C9}"/>
              </a:ext>
            </a:extLst>
          </p:cNvPr>
          <p:cNvSpPr>
            <a:spLocks xmlns:a="http://schemas.openxmlformats.org/drawingml/2006/main" noGrp="1"/>
          </p:cNvSpPr>
          <p:nvPr/>
        </p:nvSpPr>
        <p:spPr>
          <a:xfrm xmlns:a="http://schemas.openxmlformats.org/drawingml/2006/main">
            <a:off x="685800" y="5276850"/>
            <a:ext cx="10820400" cy="781050"/>
          </a:xfrm>
          <a:prstGeom xmlns:a="http://schemas.openxmlformats.org/drawingml/2006/main" prst="roundRect">
            <a:avLst>
              <a:gd name="adj" fmla="val 14634"/>
            </a:avLst>
          </a:prstGeom>
          <a:solidFill xmlns:a="http://schemas.openxmlformats.org/drawingml/2006/main">
            <a:srgbClr val="FFFCF6"/>
          </a:solidFill>
          <a:ln xmlns:a="http://schemas.openxmlformats.org/drawingml/2006/main" w="0">
            <a:noFill/>
          </a:ln>
        </p:spPr>
      </p:sp>
      <p:sp>
        <p:nvSpPr>
          <p:cNvPr id="22" name="05">
            <a:extLst xmlns:a="http://schemas.openxmlformats.org/drawingml/2006/main">
              <a:ext uri="{FF2B5EF4-FFF2-40B4-BE49-F238E27FC236}">
                <a16:creationId xmlns:a16="http://schemas.microsoft.com/office/drawing/2014/main" id="{CA75763C-41FC-4314-9FA4-17BC2AE2F4F5}"/>
              </a:ext>
            </a:extLst>
          </p:cNvPr>
          <p:cNvSpPr>
            <a:spLocks xmlns:a="http://schemas.openxmlformats.org/drawingml/2006/main" noGrp="1"/>
          </p:cNvSpPr>
          <p:nvPr/>
        </p:nvSpPr>
        <p:spPr>
          <a:xfrm xmlns:a="http://schemas.openxmlformats.org/drawingml/2006/main">
            <a:off x="876300" y="5438775"/>
            <a:ext cx="457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i="0">
                <a:solidFill>
                  <a:srgbClr val="BD8E56"/>
                </a:solidFill>
                <a:latin typeface="Arial"/>
                <a:ea typeface="Arial"/>
                <a:cs typeface="Arial"/>
              </a:defRPr>
            </a:pPr>
            <a:r>
              <a:rPr sz="1875" b="1" i="0">
                <a:solidFill>
                  <a:srgbClr val="BD8E56"/>
                </a:solidFill>
                <a:latin typeface="Arial"/>
                <a:ea typeface="Arial"/>
                <a:cs typeface="Arial"/>
              </a:rPr>
              <a:t>05</a:t>
            </a:r>
          </a:p>
        </p:txBody>
      </p:sp>
      <p:sp>
        <p:nvSpPr>
          <p:cNvPr id="23" name="Thuyết trình · Tổ trưởng">
            <a:extLst xmlns:a="http://schemas.openxmlformats.org/drawingml/2006/main">
              <a:ext uri="{FF2B5EF4-FFF2-40B4-BE49-F238E27FC236}">
                <a16:creationId xmlns:a16="http://schemas.microsoft.com/office/drawing/2014/main" id="{1E27C4A0-16FD-4A66-AA29-C9C6DD75013F}"/>
              </a:ext>
            </a:extLst>
          </p:cNvPr>
          <p:cNvSpPr>
            <a:spLocks xmlns:a="http://schemas.openxmlformats.org/drawingml/2006/main" noGrp="1"/>
          </p:cNvSpPr>
          <p:nvPr/>
        </p:nvSpPr>
        <p:spPr>
          <a:xfrm xmlns:a="http://schemas.openxmlformats.org/drawingml/2006/main">
            <a:off x="1504950" y="5353050"/>
            <a:ext cx="4095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1" i="0">
                <a:solidFill>
                  <a:srgbClr val="07546A"/>
                </a:solidFill>
                <a:latin typeface="Arial"/>
                <a:ea typeface="Arial"/>
                <a:cs typeface="Arial"/>
              </a:defRPr>
            </a:pPr>
            <a:r>
              <a:rPr sz="1575" b="1" i="0">
                <a:solidFill>
                  <a:srgbClr val="07546A"/>
                </a:solidFill>
                <a:latin typeface="Arial"/>
                <a:ea typeface="Arial"/>
                <a:cs typeface="Arial"/>
              </a:rPr>
              <a:t>Thuyết trình · Tổ trưởng</a:t>
            </a:r>
          </a:p>
        </p:txBody>
      </p:sp>
      <p:sp>
        <p:nvSpPr>
          <p:cNvPr id="24" name="Nguyễn Thành Duy">
            <a:extLst xmlns:a="http://schemas.openxmlformats.org/drawingml/2006/main">
              <a:ext uri="{FF2B5EF4-FFF2-40B4-BE49-F238E27FC236}">
                <a16:creationId xmlns:a16="http://schemas.microsoft.com/office/drawing/2014/main" id="{383DC7A5-94BA-4DF5-915F-A2B3D40E1330}"/>
              </a:ext>
            </a:extLst>
          </p:cNvPr>
          <p:cNvSpPr>
            <a:spLocks xmlns:a="http://schemas.openxmlformats.org/drawingml/2006/main" noGrp="1"/>
          </p:cNvSpPr>
          <p:nvPr/>
        </p:nvSpPr>
        <p:spPr>
          <a:xfrm xmlns:a="http://schemas.openxmlformats.org/drawingml/2006/main">
            <a:off x="5810250" y="5353050"/>
            <a:ext cx="5410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i="0">
                <a:solidFill>
                  <a:srgbClr val="203D45"/>
                </a:solidFill>
                <a:latin typeface="Arial"/>
                <a:ea typeface="Arial"/>
                <a:cs typeface="Arial"/>
              </a:defRPr>
            </a:pPr>
            <a:r>
              <a:rPr sz="1275" b="0" i="0">
                <a:solidFill>
                  <a:srgbClr val="203D45"/>
                </a:solidFill>
                <a:latin typeface="Arial"/>
                <a:ea typeface="Arial"/>
                <a:cs typeface="Arial"/>
              </a:rPr>
              <a:t>Nguyễn Thành Duy</a:t>
            </a:r>
          </a:p>
        </p:txBody>
      </p:sp>
    </p:spTree>
    <p:extLst>
      <p:ext uri="{BB962C8B-B14F-4D97-AF65-F5344CB8AC3E}">
        <p14:creationId xmlns:p14="http://schemas.microsoft.com/office/powerpoint/2010/main" val="1838386253"/>
      </p:ext>
    </p:extLst>
  </p:cSld>
</p:sld>
</file>

<file path=ppt/slides/slide3.xml><?xml version="1.0" encoding="utf-8"?>
<p:sld xmlns:p="http://schemas.openxmlformats.org/presentationml/2006/main">
  <p:cSld>
    <p:bg>
      <p:bgPr>
        <a:solidFill xmlns:a="http://schemas.openxmlformats.org/drawingml/2006/main">
          <a:srgbClr val="FFF7EC"/>
        </a:solidFill>
      </p:bgPr>
    </p:bg>
    <p:spTree>
      <p:nvGrpSpPr>
        <p:cNvPr id="1" name=""/>
        <p:cNvGrpSpPr/>
        <p:nvPr/>
      </p:nvGrpSpPr>
      <p:grpSpPr>
        <a:xfrm xmlns:a="http://schemas.openxmlformats.org/drawingml/2006/main"/>
      </p:grpSpPr>
      <p:sp>
        <p:nvSpPr>
          <p:cNvPr id="14" name="MỤC LỤC">
            <a:extLst xmlns:a="http://schemas.openxmlformats.org/drawingml/2006/main">
              <a:ext uri="{FF2B5EF4-FFF2-40B4-BE49-F238E27FC236}">
                <a16:creationId xmlns:a16="http://schemas.microsoft.com/office/drawing/2014/main" id="{0EF9ADC0-26F3-4608-B0A1-CE5B76F9FE8E}"/>
              </a:ext>
            </a:extLst>
          </p:cNvPr>
          <p:cNvSpPr>
            <a:spLocks xmlns:a="http://schemas.openxmlformats.org/drawingml/2006/main" noGrp="1"/>
          </p:cNvSpPr>
          <p:nvPr/>
        </p:nvSpPr>
        <p:spPr>
          <a:xfrm xmlns:a="http://schemas.openxmlformats.org/drawingml/2006/main">
            <a:off x="685800" y="4000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l">
              <a:defRPr sz="1200" b="1" i="0">
                <a:solidFill>
                  <a:srgbClr val="BD8E56"/>
                </a:solidFill>
                <a:latin typeface="Arial"/>
                <a:ea typeface="Arial"/>
                <a:cs typeface="Arial"/>
              </a:defRPr>
            </a:pPr>
            <a:r>
              <a:rPr sz="1200" b="1" i="0">
                <a:solidFill>
                  <a:srgbClr val="BD8E56"/>
                </a:solidFill>
                <a:latin typeface="Arial"/>
                <a:ea typeface="Arial"/>
                <a:cs typeface="Arial"/>
              </a:rPr>
              <a:t>MỤC LỤC</a:t>
            </a:r>
          </a:p>
        </p:txBody>
      </p:sp>
      <p:sp>
        <p:nvSpPr>
          <p:cNvPr id="2" name="Nội dung thuyết trình">
            <a:extLst xmlns:a="http://schemas.openxmlformats.org/drawingml/2006/main">
              <a:ext uri="{FF2B5EF4-FFF2-40B4-BE49-F238E27FC236}">
                <a16:creationId xmlns:a16="http://schemas.microsoft.com/office/drawing/2014/main" id="{4DCAFF73-739D-4AA2-BDDC-4E5A8F9B47E5}"/>
              </a:ext>
            </a:extLst>
          </p:cNvPr>
          <p:cNvSpPr>
            <a:spLocks xmlns:a="http://schemas.openxmlformats.org/drawingml/2006/main" noGrp="1"/>
          </p:cNvSpPr>
          <p:nvPr/>
        </p:nvSpPr>
        <p:spPr>
          <a:xfrm xmlns:a="http://schemas.openxmlformats.org/drawingml/2006/main">
            <a:off x="685800" y="72390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925" b="0" i="0">
                <a:solidFill>
                  <a:srgbClr val="07546A"/>
                </a:solidFill>
                <a:latin typeface="Arial"/>
                <a:ea typeface="Arial"/>
                <a:cs typeface="Arial"/>
              </a:defRPr>
            </a:pPr>
            <a:r>
              <a:rPr sz="2925" b="0" i="0">
                <a:solidFill>
                  <a:srgbClr val="07546A"/>
                </a:solidFill>
                <a:latin typeface="Arial"/>
                <a:ea typeface="Arial"/>
                <a:cs typeface="Arial"/>
              </a:rPr>
              <a:t>Nội dung thuyết trình</a:t>
            </a:r>
          </a:p>
        </p:txBody>
      </p:sp>
      <p:sp>
        <p:nvSpPr>
          <p:cNvPr id="3" name="">
            <a:extLst xmlns:a="http://schemas.openxmlformats.org/drawingml/2006/main">
              <a:ext uri="{FF2B5EF4-FFF2-40B4-BE49-F238E27FC236}">
                <a16:creationId xmlns:a16="http://schemas.microsoft.com/office/drawing/2014/main" id="{54B23A45-1FEB-4FCA-8685-61B87654E30F}"/>
              </a:ext>
            </a:extLst>
          </p:cNvPr>
          <p:cNvSpPr>
            <a:spLocks xmlns:a="http://schemas.openxmlformats.org/drawingml/2006/main" noGrp="1"/>
          </p:cNvSpPr>
          <p:nvPr/>
        </p:nvSpPr>
        <p:spPr>
          <a:xfrm xmlns:a="http://schemas.openxmlformats.org/drawingml/2006/main">
            <a:off x="685800" y="1609725"/>
            <a:ext cx="647700" cy="28575"/>
          </a:xfrm>
          <a:prstGeom xmlns:a="http://schemas.openxmlformats.org/drawingml/2006/main" prst="rect">
            <a:avLst/>
          </a:prstGeom>
          <a:solidFill xmlns:a="http://schemas.openxmlformats.org/drawingml/2006/main">
            <a:srgbClr val="BD8E56"/>
          </a:solidFill>
          <a:ln xmlns:a="http://schemas.openxmlformats.org/drawingml/2006/main" w="0">
            <a:noFill/>
          </a:ln>
        </p:spPr>
      </p:sp>
      <p:sp>
        <p:nvSpPr>
          <p:cNvPr id="4" name="03">
            <a:extLst xmlns:a="http://schemas.openxmlformats.org/drawingml/2006/main">
              <a:ext uri="{FF2B5EF4-FFF2-40B4-BE49-F238E27FC236}">
                <a16:creationId xmlns:a16="http://schemas.microsoft.com/office/drawing/2014/main" id="{E30D3B9E-B68B-4F53-8D75-F204710227A8}"/>
              </a:ext>
            </a:extLst>
          </p:cNvPr>
          <p:cNvSpPr>
            <a:spLocks xmlns:a="http://schemas.openxmlformats.org/drawingml/2006/main" noGrp="1"/>
          </p:cNvSpPr>
          <p:nvPr/>
        </p:nvSpPr>
        <p:spPr>
          <a:xfrm xmlns:a="http://schemas.openxmlformats.org/drawingml/2006/main">
            <a:off x="11049000" y="62960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r">
              <a:defRPr sz="1200" b="0" i="0">
                <a:solidFill>
                  <a:srgbClr val="07546A"/>
                </a:solidFill>
                <a:latin typeface="Arial"/>
                <a:ea typeface="Arial"/>
                <a:cs typeface="Arial"/>
              </a:defRPr>
            </a:pPr>
            <a:r>
              <a:rPr sz="1200" b="0" i="0">
                <a:solidFill>
                  <a:srgbClr val="07546A"/>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B88C9DE9-4097-41BE-9C36-6B191836F8F6}"/>
              </a:ext>
            </a:extLst>
          </p:cNvPr>
          <p:cNvSpPr>
            <a:spLocks xmlns:a="http://schemas.openxmlformats.org/drawingml/2006/main" noGrp="1"/>
          </p:cNvSpPr>
          <p:nvPr/>
        </p:nvSpPr>
        <p:spPr>
          <a:xfrm xmlns:a="http://schemas.openxmlformats.org/drawingml/2006/main">
            <a:off x="685800" y="2257425"/>
            <a:ext cx="3390900" cy="3048000"/>
          </a:xfrm>
          <a:prstGeom xmlns:a="http://schemas.openxmlformats.org/drawingml/2006/main" prst="roundRect">
            <a:avLst>
              <a:gd name="adj" fmla="val 3750"/>
            </a:avLst>
          </a:prstGeom>
          <a:solidFill xmlns:a="http://schemas.openxmlformats.org/drawingml/2006/main">
            <a:srgbClr val="FFFCF6"/>
          </a:solidFill>
          <a:ln xmlns:a="http://schemas.openxmlformats.org/drawingml/2006/main" w="0">
            <a:noFill/>
          </a:ln>
        </p:spPr>
      </p:sp>
      <p:sp>
        <p:nvSpPr>
          <p:cNvPr id="6" name="01">
            <a:extLst xmlns:a="http://schemas.openxmlformats.org/drawingml/2006/main">
              <a:ext uri="{FF2B5EF4-FFF2-40B4-BE49-F238E27FC236}">
                <a16:creationId xmlns:a16="http://schemas.microsoft.com/office/drawing/2014/main" id="{B75F9059-53BD-4C60-81A9-2AAB08E178D7}"/>
              </a:ext>
            </a:extLst>
          </p:cNvPr>
          <p:cNvSpPr>
            <a:spLocks xmlns:a="http://schemas.openxmlformats.org/drawingml/2006/main" noGrp="1"/>
          </p:cNvSpPr>
          <p:nvPr/>
        </p:nvSpPr>
        <p:spPr>
          <a:xfrm xmlns:a="http://schemas.openxmlformats.org/drawingml/2006/main">
            <a:off x="933450" y="2476500"/>
            <a:ext cx="952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4050" b="0" i="0">
                <a:solidFill>
                  <a:srgbClr val="BD8E56"/>
                </a:solidFill>
                <a:latin typeface="Arial"/>
                <a:ea typeface="Arial"/>
                <a:cs typeface="Arial"/>
              </a:defRPr>
            </a:pPr>
            <a:r>
              <a:rPr sz="4050" b="0" i="0">
                <a:solidFill>
                  <a:srgbClr val="BD8E56"/>
                </a:solidFill>
                <a:latin typeface="Arial"/>
                <a:ea typeface="Arial"/>
                <a:cs typeface="Arial"/>
              </a:rPr>
              <a:t>01</a:t>
            </a:r>
          </a:p>
        </p:txBody>
      </p:sp>
      <p:sp>
        <p:nvSpPr>
          <p:cNvPr id="7" name="Nhận thức về cuộc sống">
            <a:extLst xmlns:a="http://schemas.openxmlformats.org/drawingml/2006/main">
              <a:ext uri="{FF2B5EF4-FFF2-40B4-BE49-F238E27FC236}">
                <a16:creationId xmlns:a16="http://schemas.microsoft.com/office/drawing/2014/main" id="{9CD0D739-B47B-4B43-B771-FEE93DBB7052}"/>
              </a:ext>
            </a:extLst>
          </p:cNvPr>
          <p:cNvSpPr>
            <a:spLocks xmlns:a="http://schemas.openxmlformats.org/drawingml/2006/main" noGrp="1"/>
          </p:cNvSpPr>
          <p:nvPr/>
        </p:nvSpPr>
        <p:spPr>
          <a:xfrm xmlns:a="http://schemas.openxmlformats.org/drawingml/2006/main">
            <a:off x="933450" y="3438525"/>
            <a:ext cx="28956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025" b="1" i="0">
                <a:solidFill>
                  <a:srgbClr val="07546A"/>
                </a:solidFill>
                <a:latin typeface="Arial"/>
                <a:ea typeface="Arial"/>
                <a:cs typeface="Arial"/>
              </a:defRPr>
            </a:pPr>
            <a:r>
              <a:rPr sz="2025" b="1" i="0">
                <a:solidFill>
                  <a:srgbClr val="07546A"/>
                </a:solidFill>
                <a:latin typeface="Arial"/>
                <a:ea typeface="Arial"/>
                <a:cs typeface="Arial"/>
              </a:rPr>
              <a:t>Nhận thức về cuộc sống</a:t>
            </a:r>
          </a:p>
        </p:txBody>
      </p:sp>
      <p:sp>
        <p:nvSpPr>
          <p:cNvPr id="8" name="">
            <a:extLst xmlns:a="http://schemas.openxmlformats.org/drawingml/2006/main">
              <a:ext uri="{FF2B5EF4-FFF2-40B4-BE49-F238E27FC236}">
                <a16:creationId xmlns:a16="http://schemas.microsoft.com/office/drawing/2014/main" id="{CBFB3B1C-CFB6-4BB8-BB5E-8A833327B0D1}"/>
              </a:ext>
            </a:extLst>
          </p:cNvPr>
          <p:cNvSpPr>
            <a:spLocks xmlns:a="http://schemas.openxmlformats.org/drawingml/2006/main" noGrp="1"/>
          </p:cNvSpPr>
          <p:nvPr/>
        </p:nvSpPr>
        <p:spPr>
          <a:xfrm xmlns:a="http://schemas.openxmlformats.org/drawingml/2006/main">
            <a:off x="4400550" y="2257425"/>
            <a:ext cx="3390900" cy="3048000"/>
          </a:xfrm>
          <a:prstGeom xmlns:a="http://schemas.openxmlformats.org/drawingml/2006/main" prst="roundRect">
            <a:avLst>
              <a:gd name="adj" fmla="val 3750"/>
            </a:avLst>
          </a:prstGeom>
          <a:solidFill xmlns:a="http://schemas.openxmlformats.org/drawingml/2006/main">
            <a:srgbClr val="E9F0EE"/>
          </a:solidFill>
          <a:ln xmlns:a="http://schemas.openxmlformats.org/drawingml/2006/main" w="0">
            <a:noFill/>
          </a:ln>
        </p:spPr>
      </p:sp>
      <p:sp>
        <p:nvSpPr>
          <p:cNvPr id="9" name="02">
            <a:extLst xmlns:a="http://schemas.openxmlformats.org/drawingml/2006/main">
              <a:ext uri="{FF2B5EF4-FFF2-40B4-BE49-F238E27FC236}">
                <a16:creationId xmlns:a16="http://schemas.microsoft.com/office/drawing/2014/main" id="{06DDA2F2-B0F1-43E3-9A11-24936E68B0AF}"/>
              </a:ext>
            </a:extLst>
          </p:cNvPr>
          <p:cNvSpPr>
            <a:spLocks xmlns:a="http://schemas.openxmlformats.org/drawingml/2006/main" noGrp="1"/>
          </p:cNvSpPr>
          <p:nvPr/>
        </p:nvSpPr>
        <p:spPr>
          <a:xfrm xmlns:a="http://schemas.openxmlformats.org/drawingml/2006/main">
            <a:off x="4648200" y="2476500"/>
            <a:ext cx="952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4050" b="0" i="0">
                <a:solidFill>
                  <a:srgbClr val="BD8E56"/>
                </a:solidFill>
                <a:latin typeface="Arial"/>
                <a:ea typeface="Arial"/>
                <a:cs typeface="Arial"/>
              </a:defRPr>
            </a:pPr>
            <a:r>
              <a:rPr sz="4050" b="0" i="0">
                <a:solidFill>
                  <a:srgbClr val="BD8E56"/>
                </a:solidFill>
                <a:latin typeface="Arial"/>
                <a:ea typeface="Arial"/>
                <a:cs typeface="Arial"/>
              </a:rPr>
              <a:t>02</a:t>
            </a:r>
          </a:p>
        </p:txBody>
      </p:sp>
      <p:sp>
        <p:nvSpPr>
          <p:cNvPr id="10" name="Giúp người đọc tin yêu vào những">
            <a:extLst xmlns:a="http://schemas.openxmlformats.org/drawingml/2006/main">
              <a:ext uri="{FF2B5EF4-FFF2-40B4-BE49-F238E27FC236}">
                <a16:creationId xmlns:a16="http://schemas.microsoft.com/office/drawing/2014/main" id="{4329D2B8-D088-48D7-B40A-DDEE3C1A278B}"/>
              </a:ext>
            </a:extLst>
          </p:cNvPr>
          <p:cNvSpPr>
            <a:spLocks xmlns:a="http://schemas.openxmlformats.org/drawingml/2006/main" noGrp="1"/>
          </p:cNvSpPr>
          <p:nvPr/>
        </p:nvSpPr>
        <p:spPr>
          <a:xfrm xmlns:a="http://schemas.openxmlformats.org/drawingml/2006/main">
            <a:off x="4648200" y="3438525"/>
            <a:ext cx="28956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025" b="1" i="0">
                <a:solidFill>
                  <a:srgbClr val="07546A"/>
                </a:solidFill>
                <a:latin typeface="Arial"/>
                <a:ea typeface="Arial"/>
                <a:cs typeface="Arial"/>
              </a:defRPr>
            </a:pPr>
            <a:r>
              <a:rPr sz="2025" b="1" i="0">
                <a:solidFill>
                  <a:srgbClr val="07546A"/>
                </a:solidFill>
                <a:latin typeface="Arial"/>
                <a:ea typeface="Arial"/>
                <a:cs typeface="Arial"/>
              </a:rPr>
              <a:t>Giúp người đọc tin yêu vào những điều chính nghĩa, những giá trị bền vững</a:t>
            </a:r>
          </a:p>
        </p:txBody>
      </p:sp>
      <p:sp>
        <p:nvSpPr>
          <p:cNvPr id="11" name="">
            <a:extLst xmlns:a="http://schemas.openxmlformats.org/drawingml/2006/main">
              <a:ext uri="{FF2B5EF4-FFF2-40B4-BE49-F238E27FC236}">
                <a16:creationId xmlns:a16="http://schemas.microsoft.com/office/drawing/2014/main" id="{381B4CFD-4009-4D17-97A3-D4593A949064}"/>
              </a:ext>
            </a:extLst>
          </p:cNvPr>
          <p:cNvSpPr>
            <a:spLocks xmlns:a="http://schemas.openxmlformats.org/drawingml/2006/main" noGrp="1"/>
          </p:cNvSpPr>
          <p:nvPr/>
        </p:nvSpPr>
        <p:spPr>
          <a:xfrm xmlns:a="http://schemas.openxmlformats.org/drawingml/2006/main">
            <a:off x="8115300" y="2257425"/>
            <a:ext cx="3390900" cy="3048000"/>
          </a:xfrm>
          <a:prstGeom xmlns:a="http://schemas.openxmlformats.org/drawingml/2006/main" prst="roundRect">
            <a:avLst>
              <a:gd name="adj" fmla="val 3750"/>
            </a:avLst>
          </a:prstGeom>
          <a:solidFill xmlns:a="http://schemas.openxmlformats.org/drawingml/2006/main">
            <a:srgbClr val="FFFCF6"/>
          </a:solidFill>
          <a:ln xmlns:a="http://schemas.openxmlformats.org/drawingml/2006/main" w="0">
            <a:noFill/>
          </a:ln>
        </p:spPr>
      </p:sp>
      <p:sp>
        <p:nvSpPr>
          <p:cNvPr id="12" name="03">
            <a:extLst xmlns:a="http://schemas.openxmlformats.org/drawingml/2006/main">
              <a:ext uri="{FF2B5EF4-FFF2-40B4-BE49-F238E27FC236}">
                <a16:creationId xmlns:a16="http://schemas.microsoft.com/office/drawing/2014/main" id="{1A73205F-8306-4C54-8718-80F59201C598}"/>
              </a:ext>
            </a:extLst>
          </p:cNvPr>
          <p:cNvSpPr>
            <a:spLocks xmlns:a="http://schemas.openxmlformats.org/drawingml/2006/main" noGrp="1"/>
          </p:cNvSpPr>
          <p:nvPr/>
        </p:nvSpPr>
        <p:spPr>
          <a:xfrm xmlns:a="http://schemas.openxmlformats.org/drawingml/2006/main">
            <a:off x="8362950" y="2476500"/>
            <a:ext cx="952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4050" b="0" i="0">
                <a:solidFill>
                  <a:srgbClr val="BD8E56"/>
                </a:solidFill>
                <a:latin typeface="Arial"/>
                <a:ea typeface="Arial"/>
                <a:cs typeface="Arial"/>
              </a:defRPr>
            </a:pPr>
            <a:r>
              <a:rPr sz="4050" b="0" i="0">
                <a:solidFill>
                  <a:srgbClr val="BD8E56"/>
                </a:solidFill>
                <a:latin typeface="Arial"/>
                <a:ea typeface="Arial"/>
                <a:cs typeface="Arial"/>
              </a:rPr>
              <a:t>03</a:t>
            </a:r>
          </a:p>
        </p:txBody>
      </p:sp>
      <p:sp>
        <p:nvSpPr>
          <p:cNvPr id="13" name="Kết bài">
            <a:extLst xmlns:a="http://schemas.openxmlformats.org/drawingml/2006/main">
              <a:ext uri="{FF2B5EF4-FFF2-40B4-BE49-F238E27FC236}">
                <a16:creationId xmlns:a16="http://schemas.microsoft.com/office/drawing/2014/main" id="{35C215E4-034E-4D6A-AD8B-FB02271B6BEF}"/>
              </a:ext>
            </a:extLst>
          </p:cNvPr>
          <p:cNvSpPr>
            <a:spLocks xmlns:a="http://schemas.openxmlformats.org/drawingml/2006/main" noGrp="1"/>
          </p:cNvSpPr>
          <p:nvPr/>
        </p:nvSpPr>
        <p:spPr>
          <a:xfrm xmlns:a="http://schemas.openxmlformats.org/drawingml/2006/main">
            <a:off x="8362950" y="3438525"/>
            <a:ext cx="28956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025" b="1" i="0">
                <a:solidFill>
                  <a:srgbClr val="07546A"/>
                </a:solidFill>
                <a:latin typeface="Arial"/>
                <a:ea typeface="Arial"/>
                <a:cs typeface="Arial"/>
              </a:defRPr>
            </a:pPr>
            <a:r>
              <a:rPr sz="2025" b="1" i="0">
                <a:solidFill>
                  <a:srgbClr val="07546A"/>
                </a:solidFill>
                <a:latin typeface="Arial"/>
                <a:ea typeface="Arial"/>
                <a:cs typeface="Arial"/>
              </a:rPr>
              <a:t>Kết bài</a:t>
            </a:r>
          </a:p>
        </p:txBody>
      </p:sp>
    </p:spTree>
    <p:extLst>
      <p:ext uri="{BB962C8B-B14F-4D97-AF65-F5344CB8AC3E}">
        <p14:creationId xmlns:p14="http://schemas.microsoft.com/office/powerpoint/2010/main" val="1144908294"/>
      </p:ext>
    </p:extLst>
  </p:cSld>
</p:sld>
</file>

<file path=ppt/slides/slide4.xml><?xml version="1.0" encoding="utf-8"?>
<p:sld xmlns:p="http://schemas.openxmlformats.org/presentationml/2006/main">
  <p:cSld>
    <p:bg>
      <p:bgPr>
        <a:solidFill xmlns:a="http://schemas.openxmlformats.org/drawingml/2006/main">
          <a:srgbClr val="FFF7EC"/>
        </a:solidFill>
      </p:bgPr>
    </p:bg>
    <p:spTree>
      <p:nvGrpSpPr>
        <p:cNvPr id="1" name=""/>
        <p:cNvGrpSpPr/>
        <p:nvPr/>
      </p:nvGrpSpPr>
      <p:grpSpPr>
        <a:xfrm xmlns:a="http://schemas.openxmlformats.org/drawingml/2006/main"/>
      </p:grpSpPr>
      <p:sp>
        <p:nvSpPr>
          <p:cNvPr id="22" name="NHẬN THỨC VỀ CUỘC SỐNG">
            <a:extLst xmlns:a="http://schemas.openxmlformats.org/drawingml/2006/main">
              <a:ext uri="{FF2B5EF4-FFF2-40B4-BE49-F238E27FC236}">
                <a16:creationId xmlns:a16="http://schemas.microsoft.com/office/drawing/2014/main" id="{10F03835-82BA-4B5E-B0AE-C1208BEA3361}"/>
              </a:ext>
            </a:extLst>
          </p:cNvPr>
          <p:cNvSpPr>
            <a:spLocks xmlns:a="http://schemas.openxmlformats.org/drawingml/2006/main" noGrp="1"/>
          </p:cNvSpPr>
          <p:nvPr/>
        </p:nvSpPr>
        <p:spPr>
          <a:xfrm xmlns:a="http://schemas.openxmlformats.org/drawingml/2006/main">
            <a:off x="685800" y="4000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l">
              <a:defRPr sz="1200" b="1" i="0">
                <a:solidFill>
                  <a:srgbClr val="BD8E56"/>
                </a:solidFill>
                <a:latin typeface="Arial"/>
                <a:ea typeface="Arial"/>
                <a:cs typeface="Arial"/>
              </a:defRPr>
            </a:pPr>
            <a:r>
              <a:rPr sz="1200" b="1" i="0">
                <a:solidFill>
                  <a:srgbClr val="BD8E56"/>
                </a:solidFill>
                <a:latin typeface="Arial"/>
                <a:ea typeface="Arial"/>
                <a:cs typeface="Arial"/>
              </a:rPr>
              <a:t>NHẬN THỨC VỀ CUỘC SỐNG</a:t>
            </a:r>
          </a:p>
        </p:txBody>
      </p:sp>
      <p:sp>
        <p:nvSpPr>
          <p:cNvPr id="2" name="Hai tác phẩm giúp người đọc nhìn">
            <a:extLst xmlns:a="http://schemas.openxmlformats.org/drawingml/2006/main">
              <a:ext uri="{FF2B5EF4-FFF2-40B4-BE49-F238E27FC236}">
                <a16:creationId xmlns:a16="http://schemas.microsoft.com/office/drawing/2014/main" id="{87382367-E245-4209-A6FE-7D0730CE8DE5}"/>
              </a:ext>
            </a:extLst>
          </p:cNvPr>
          <p:cNvSpPr>
            <a:spLocks xmlns:a="http://schemas.openxmlformats.org/drawingml/2006/main" noGrp="1"/>
          </p:cNvSpPr>
          <p:nvPr/>
        </p:nvSpPr>
        <p:spPr>
          <a:xfrm xmlns:a="http://schemas.openxmlformats.org/drawingml/2006/main">
            <a:off x="685800" y="72390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925" b="0" i="0">
                <a:solidFill>
                  <a:srgbClr val="07546A"/>
                </a:solidFill>
                <a:latin typeface="Arial"/>
                <a:ea typeface="Arial"/>
                <a:cs typeface="Arial"/>
              </a:defRPr>
            </a:pPr>
            <a:r>
              <a:rPr sz="2925" b="0" i="0">
                <a:solidFill>
                  <a:srgbClr val="07546A"/>
                </a:solidFill>
                <a:latin typeface="Arial"/>
                <a:ea typeface="Arial"/>
                <a:cs typeface="Arial"/>
              </a:rPr>
              <a:t>Hai tác phẩm giúp người đọc nhìn đời tỉnh táo và nhân văn</a:t>
            </a:r>
          </a:p>
        </p:txBody>
      </p:sp>
      <p:sp>
        <p:nvSpPr>
          <p:cNvPr id="3" name="">
            <a:extLst xmlns:a="http://schemas.openxmlformats.org/drawingml/2006/main">
              <a:ext uri="{FF2B5EF4-FFF2-40B4-BE49-F238E27FC236}">
                <a16:creationId xmlns:a16="http://schemas.microsoft.com/office/drawing/2014/main" id="{7C0F6F79-F880-4011-BFAF-AFE155B1C80E}"/>
              </a:ext>
            </a:extLst>
          </p:cNvPr>
          <p:cNvSpPr>
            <a:spLocks xmlns:a="http://schemas.openxmlformats.org/drawingml/2006/main" noGrp="1"/>
          </p:cNvSpPr>
          <p:nvPr/>
        </p:nvSpPr>
        <p:spPr>
          <a:xfrm xmlns:a="http://schemas.openxmlformats.org/drawingml/2006/main">
            <a:off x="685800" y="1609725"/>
            <a:ext cx="647700" cy="28575"/>
          </a:xfrm>
          <a:prstGeom xmlns:a="http://schemas.openxmlformats.org/drawingml/2006/main" prst="rect">
            <a:avLst/>
          </a:prstGeom>
          <a:solidFill xmlns:a="http://schemas.openxmlformats.org/drawingml/2006/main">
            <a:srgbClr val="BD8E56"/>
          </a:solidFill>
          <a:ln xmlns:a="http://schemas.openxmlformats.org/drawingml/2006/main" w="0">
            <a:noFill/>
          </a:ln>
        </p:spPr>
      </p:sp>
      <p:sp>
        <p:nvSpPr>
          <p:cNvPr id="4" name="04">
            <a:extLst xmlns:a="http://schemas.openxmlformats.org/drawingml/2006/main">
              <a:ext uri="{FF2B5EF4-FFF2-40B4-BE49-F238E27FC236}">
                <a16:creationId xmlns:a16="http://schemas.microsoft.com/office/drawing/2014/main" id="{AB6CE1AE-D668-40A3-91C5-ABD764038F64}"/>
              </a:ext>
            </a:extLst>
          </p:cNvPr>
          <p:cNvSpPr>
            <a:spLocks xmlns:a="http://schemas.openxmlformats.org/drawingml/2006/main" noGrp="1"/>
          </p:cNvSpPr>
          <p:nvPr/>
        </p:nvSpPr>
        <p:spPr>
          <a:xfrm xmlns:a="http://schemas.openxmlformats.org/drawingml/2006/main">
            <a:off x="11049000" y="62960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r">
              <a:defRPr sz="1200" b="0" i="0">
                <a:solidFill>
                  <a:srgbClr val="07546A"/>
                </a:solidFill>
                <a:latin typeface="Arial"/>
                <a:ea typeface="Arial"/>
                <a:cs typeface="Arial"/>
              </a:defRPr>
            </a:pPr>
            <a:r>
              <a:rPr sz="1200" b="0" i="0">
                <a:solidFill>
                  <a:srgbClr val="07546A"/>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A43371B7-7F26-41E8-868C-B31C5761FDA4}"/>
              </a:ext>
            </a:extLst>
          </p:cNvPr>
          <p:cNvSpPr>
            <a:spLocks xmlns:a="http://schemas.openxmlformats.org/drawingml/2006/main" noGrp="1"/>
          </p:cNvSpPr>
          <p:nvPr/>
        </p:nvSpPr>
        <p:spPr>
          <a:xfrm xmlns:a="http://schemas.openxmlformats.org/drawingml/2006/main">
            <a:off x="685800" y="1809750"/>
            <a:ext cx="6667500" cy="723900"/>
          </a:xfrm>
          <a:prstGeom xmlns:a="http://schemas.openxmlformats.org/drawingml/2006/main" prst="roundRect">
            <a:avLst>
              <a:gd name="adj" fmla="val 15789"/>
            </a:avLst>
          </a:prstGeom>
          <a:solidFill xmlns:a="http://schemas.openxmlformats.org/drawingml/2006/main">
            <a:srgbClr val="FFFCF6"/>
          </a:solidFill>
          <a:ln xmlns:a="http://schemas.openxmlformats.org/drawingml/2006/main" w="0">
            <a:noFill/>
          </a:ln>
        </p:spPr>
      </p:sp>
      <p:sp>
        <p:nvSpPr>
          <p:cNvPr id="6" name="01">
            <a:extLst xmlns:a="http://schemas.openxmlformats.org/drawingml/2006/main">
              <a:ext uri="{FF2B5EF4-FFF2-40B4-BE49-F238E27FC236}">
                <a16:creationId xmlns:a16="http://schemas.microsoft.com/office/drawing/2014/main" id="{E6DF1A6F-D7B2-44D2-9699-58F5CC6D508F}"/>
              </a:ext>
            </a:extLst>
          </p:cNvPr>
          <p:cNvSpPr>
            <a:spLocks xmlns:a="http://schemas.openxmlformats.org/drawingml/2006/main" noGrp="1"/>
          </p:cNvSpPr>
          <p:nvPr/>
        </p:nvSpPr>
        <p:spPr>
          <a:xfrm xmlns:a="http://schemas.openxmlformats.org/drawingml/2006/main">
            <a:off x="857250" y="1933575"/>
            <a:ext cx="342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627"/>
          </a:bodyPr>
          <a:lstStyle xmlns:a="http://schemas.openxmlformats.org/drawingml/2006/main"/>
          <a:p xmlns:a="http://schemas.openxmlformats.org/drawingml/2006/main">
            <a:pPr algn="l">
              <a:defRPr sz="1500" b="1" i="0">
                <a:solidFill>
                  <a:srgbClr val="BD8E56"/>
                </a:solidFill>
                <a:latin typeface="Arial"/>
                <a:ea typeface="Arial"/>
                <a:cs typeface="Arial"/>
              </a:defRPr>
            </a:pPr>
            <a:r>
              <a:rPr sz="1500" b="1" i="0">
                <a:solidFill>
                  <a:srgbClr val="BD8E56"/>
                </a:solidFill>
                <a:latin typeface="Arial"/>
                <a:ea typeface="Arial"/>
                <a:cs typeface="Arial"/>
              </a:rPr>
              <a:t>01</a:t>
            </a:r>
          </a:p>
        </p:txBody>
      </p:sp>
      <p:sp>
        <p:nvSpPr>
          <p:cNvPr id="7" name="Qua hai tác phẩm, ta nhận ra rằn">
            <a:extLst xmlns:a="http://schemas.openxmlformats.org/drawingml/2006/main">
              <a:ext uri="{FF2B5EF4-FFF2-40B4-BE49-F238E27FC236}">
                <a16:creationId xmlns:a16="http://schemas.microsoft.com/office/drawing/2014/main" id="{CC561FBD-C159-4A1D-B501-7D392CB1012B}"/>
              </a:ext>
            </a:extLst>
          </p:cNvPr>
          <p:cNvSpPr>
            <a:spLocks xmlns:a="http://schemas.openxmlformats.org/drawingml/2006/main" noGrp="1"/>
          </p:cNvSpPr>
          <p:nvPr/>
        </p:nvSpPr>
        <p:spPr>
          <a:xfrm xmlns:a="http://schemas.openxmlformats.org/drawingml/2006/main">
            <a:off x="1304925" y="1905000"/>
            <a:ext cx="5857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075"/>
          </a:bodyPr>
          <a:lstStyle xmlns:a="http://schemas.openxmlformats.org/drawingml/2006/main"/>
          <a:p xmlns:a="http://schemas.openxmlformats.org/drawingml/2006/main">
            <a:pPr algn="l">
              <a:defRPr sz="1350" b="0" i="0">
                <a:solidFill>
                  <a:srgbClr val="203D45"/>
                </a:solidFill>
                <a:latin typeface="Arial"/>
                <a:ea typeface="Arial"/>
                <a:cs typeface="Arial"/>
              </a:defRPr>
            </a:pPr>
            <a:r>
              <a:rPr sz="1350" b="0" i="0">
                <a:solidFill>
                  <a:srgbClr val="203D45"/>
                </a:solidFill>
                <a:latin typeface="Arial"/>
                <a:ea typeface="Arial"/>
                <a:cs typeface="Arial"/>
              </a:rPr>
              <a:t>Qua hai tác phẩm, ta nhận ra rằng cuộc sống vốn chẳng “màu hồng” như chúng ta từng nghĩ; trong đó vẫn luôn tồn tại những nghịch lí và biến động.</a:t>
            </a:r>
          </a:p>
        </p:txBody>
      </p:sp>
      <p:sp>
        <p:nvSpPr>
          <p:cNvPr id="8" name="">
            <a:extLst xmlns:a="http://schemas.openxmlformats.org/drawingml/2006/main">
              <a:ext uri="{FF2B5EF4-FFF2-40B4-BE49-F238E27FC236}">
                <a16:creationId xmlns:a16="http://schemas.microsoft.com/office/drawing/2014/main" id="{0D869546-7616-4090-8649-2D574E5D56E8}"/>
              </a:ext>
            </a:extLst>
          </p:cNvPr>
          <p:cNvSpPr>
            <a:spLocks xmlns:a="http://schemas.openxmlformats.org/drawingml/2006/main" noGrp="1"/>
          </p:cNvSpPr>
          <p:nvPr/>
        </p:nvSpPr>
        <p:spPr>
          <a:xfrm xmlns:a="http://schemas.openxmlformats.org/drawingml/2006/main">
            <a:off x="685800" y="2647950"/>
            <a:ext cx="6667500" cy="723900"/>
          </a:xfrm>
          <a:prstGeom xmlns:a="http://schemas.openxmlformats.org/drawingml/2006/main" prst="roundRect">
            <a:avLst>
              <a:gd name="adj" fmla="val 15789"/>
            </a:avLst>
          </a:prstGeom>
          <a:solidFill xmlns:a="http://schemas.openxmlformats.org/drawingml/2006/main">
            <a:srgbClr val="FFFCF6"/>
          </a:solidFill>
          <a:ln xmlns:a="http://schemas.openxmlformats.org/drawingml/2006/main" w="0">
            <a:noFill/>
          </a:ln>
        </p:spPr>
      </p:sp>
      <p:sp>
        <p:nvSpPr>
          <p:cNvPr id="9" name="02">
            <a:extLst xmlns:a="http://schemas.openxmlformats.org/drawingml/2006/main">
              <a:ext uri="{FF2B5EF4-FFF2-40B4-BE49-F238E27FC236}">
                <a16:creationId xmlns:a16="http://schemas.microsoft.com/office/drawing/2014/main" id="{7824014C-9CA9-44CA-A9B1-50A24B00440C}"/>
              </a:ext>
            </a:extLst>
          </p:cNvPr>
          <p:cNvSpPr>
            <a:spLocks xmlns:a="http://schemas.openxmlformats.org/drawingml/2006/main" noGrp="1"/>
          </p:cNvSpPr>
          <p:nvPr/>
        </p:nvSpPr>
        <p:spPr>
          <a:xfrm xmlns:a="http://schemas.openxmlformats.org/drawingml/2006/main">
            <a:off x="857250" y="2771775"/>
            <a:ext cx="342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627"/>
          </a:bodyPr>
          <a:lstStyle xmlns:a="http://schemas.openxmlformats.org/drawingml/2006/main"/>
          <a:p xmlns:a="http://schemas.openxmlformats.org/drawingml/2006/main">
            <a:pPr algn="l">
              <a:defRPr sz="1500" b="1" i="0">
                <a:solidFill>
                  <a:srgbClr val="BD8E56"/>
                </a:solidFill>
                <a:latin typeface="Arial"/>
                <a:ea typeface="Arial"/>
                <a:cs typeface="Arial"/>
              </a:defRPr>
            </a:pPr>
            <a:r>
              <a:rPr sz="1500" b="1" i="0">
                <a:solidFill>
                  <a:srgbClr val="BD8E56"/>
                </a:solidFill>
                <a:latin typeface="Arial"/>
                <a:ea typeface="Arial"/>
                <a:cs typeface="Arial"/>
              </a:rPr>
              <a:t>02</a:t>
            </a:r>
          </a:p>
        </p:txBody>
      </p:sp>
      <p:sp>
        <p:nvSpPr>
          <p:cNvPr id="10" name="Con người cần biết phân biệt đún">
            <a:extLst xmlns:a="http://schemas.openxmlformats.org/drawingml/2006/main">
              <a:ext uri="{FF2B5EF4-FFF2-40B4-BE49-F238E27FC236}">
                <a16:creationId xmlns:a16="http://schemas.microsoft.com/office/drawing/2014/main" id="{F8E72CF5-0AC7-4494-8957-B251E0B43C06}"/>
              </a:ext>
            </a:extLst>
          </p:cNvPr>
          <p:cNvSpPr>
            <a:spLocks xmlns:a="http://schemas.openxmlformats.org/drawingml/2006/main" noGrp="1"/>
          </p:cNvSpPr>
          <p:nvPr/>
        </p:nvSpPr>
        <p:spPr>
          <a:xfrm xmlns:a="http://schemas.openxmlformats.org/drawingml/2006/main">
            <a:off x="1304925" y="2743200"/>
            <a:ext cx="5857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2336"/>
          </a:bodyPr>
          <a:lstStyle xmlns:a="http://schemas.openxmlformats.org/drawingml/2006/main"/>
          <a:p xmlns:a="http://schemas.openxmlformats.org/drawingml/2006/main">
            <a:pPr algn="l">
              <a:defRPr sz="1350" b="0" i="0">
                <a:solidFill>
                  <a:srgbClr val="203D45"/>
                </a:solidFill>
                <a:latin typeface="Arial"/>
                <a:ea typeface="Arial"/>
                <a:cs typeface="Arial"/>
              </a:defRPr>
            </a:pPr>
            <a:r>
              <a:rPr sz="1350" b="0" i="0">
                <a:solidFill>
                  <a:srgbClr val="203D45"/>
                </a:solidFill>
                <a:latin typeface="Arial"/>
                <a:ea typeface="Arial"/>
                <a:cs typeface="Arial"/>
              </a:rPr>
              <a:t>Con người cần biết phân biệt đúng – sai, thật – giả trước những chiêu trò gian xảo, màn che mắt lấy danh chính nghĩa để giữ được phần “người” giữa những cám dỗ của cuộc đời.</a:t>
            </a:r>
          </a:p>
        </p:txBody>
      </p:sp>
      <p:sp>
        <p:nvSpPr>
          <p:cNvPr id="11" name="">
            <a:extLst xmlns:a="http://schemas.openxmlformats.org/drawingml/2006/main">
              <a:ext uri="{FF2B5EF4-FFF2-40B4-BE49-F238E27FC236}">
                <a16:creationId xmlns:a16="http://schemas.microsoft.com/office/drawing/2014/main" id="{0F72744D-AFCB-4262-B47E-4BF4B9E9DCFA}"/>
              </a:ext>
            </a:extLst>
          </p:cNvPr>
          <p:cNvSpPr>
            <a:spLocks xmlns:a="http://schemas.openxmlformats.org/drawingml/2006/main" noGrp="1"/>
          </p:cNvSpPr>
          <p:nvPr/>
        </p:nvSpPr>
        <p:spPr>
          <a:xfrm xmlns:a="http://schemas.openxmlformats.org/drawingml/2006/main">
            <a:off x="685800" y="3486150"/>
            <a:ext cx="6667500" cy="723900"/>
          </a:xfrm>
          <a:prstGeom xmlns:a="http://schemas.openxmlformats.org/drawingml/2006/main" prst="roundRect">
            <a:avLst>
              <a:gd name="adj" fmla="val 15789"/>
            </a:avLst>
          </a:prstGeom>
          <a:solidFill xmlns:a="http://schemas.openxmlformats.org/drawingml/2006/main">
            <a:srgbClr val="FFFCF6"/>
          </a:solidFill>
          <a:ln xmlns:a="http://schemas.openxmlformats.org/drawingml/2006/main" w="0">
            <a:noFill/>
          </a:ln>
        </p:spPr>
      </p:sp>
      <p:sp>
        <p:nvSpPr>
          <p:cNvPr id="12" name="03">
            <a:extLst xmlns:a="http://schemas.openxmlformats.org/drawingml/2006/main">
              <a:ext uri="{FF2B5EF4-FFF2-40B4-BE49-F238E27FC236}">
                <a16:creationId xmlns:a16="http://schemas.microsoft.com/office/drawing/2014/main" id="{D699BC77-7389-41E7-9C75-020FFDAAF8B4}"/>
              </a:ext>
            </a:extLst>
          </p:cNvPr>
          <p:cNvSpPr>
            <a:spLocks xmlns:a="http://schemas.openxmlformats.org/drawingml/2006/main" noGrp="1"/>
          </p:cNvSpPr>
          <p:nvPr/>
        </p:nvSpPr>
        <p:spPr>
          <a:xfrm xmlns:a="http://schemas.openxmlformats.org/drawingml/2006/main">
            <a:off x="857250" y="3609975"/>
            <a:ext cx="342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627"/>
          </a:bodyPr>
          <a:lstStyle xmlns:a="http://schemas.openxmlformats.org/drawingml/2006/main"/>
          <a:p xmlns:a="http://schemas.openxmlformats.org/drawingml/2006/main">
            <a:pPr algn="l">
              <a:defRPr sz="1500" b="1" i="0">
                <a:solidFill>
                  <a:srgbClr val="BD8E56"/>
                </a:solidFill>
                <a:latin typeface="Arial"/>
                <a:ea typeface="Arial"/>
                <a:cs typeface="Arial"/>
              </a:defRPr>
            </a:pPr>
            <a:r>
              <a:rPr sz="1500" b="1" i="0">
                <a:solidFill>
                  <a:srgbClr val="BD8E56"/>
                </a:solidFill>
                <a:latin typeface="Arial"/>
                <a:ea typeface="Arial"/>
                <a:cs typeface="Arial"/>
              </a:rPr>
              <a:t>03</a:t>
            </a:r>
          </a:p>
        </p:txBody>
      </p:sp>
      <p:sp>
        <p:nvSpPr>
          <p:cNvPr id="13" name="Đồng thời, mỗi người phải biết t">
            <a:extLst xmlns:a="http://schemas.openxmlformats.org/drawingml/2006/main">
              <a:ext uri="{FF2B5EF4-FFF2-40B4-BE49-F238E27FC236}">
                <a16:creationId xmlns:a16="http://schemas.microsoft.com/office/drawing/2014/main" id="{C9BECABF-7C2D-4880-A7BE-3DA50204A240}"/>
              </a:ext>
            </a:extLst>
          </p:cNvPr>
          <p:cNvSpPr>
            <a:spLocks xmlns:a="http://schemas.openxmlformats.org/drawingml/2006/main" noGrp="1"/>
          </p:cNvSpPr>
          <p:nvPr/>
        </p:nvSpPr>
        <p:spPr>
          <a:xfrm xmlns:a="http://schemas.openxmlformats.org/drawingml/2006/main">
            <a:off x="1304925" y="3581400"/>
            <a:ext cx="5857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i="0">
                <a:solidFill>
                  <a:srgbClr val="203D45"/>
                </a:solidFill>
                <a:latin typeface="Arial"/>
                <a:ea typeface="Arial"/>
                <a:cs typeface="Arial"/>
              </a:defRPr>
            </a:pPr>
            <a:r>
              <a:rPr sz="1350" b="0" i="0">
                <a:solidFill>
                  <a:srgbClr val="203D45"/>
                </a:solidFill>
                <a:latin typeface="Arial"/>
                <a:ea typeface="Arial"/>
                <a:cs typeface="Arial"/>
              </a:rPr>
              <a:t>Đồng thời, mỗi người phải biết trân trọng tình thân, bảo vệ những giá trị đạo đức và truyền thống tốt đẹp của dân tộc.</a:t>
            </a:r>
          </a:p>
        </p:txBody>
      </p:sp>
      <p:sp>
        <p:nvSpPr>
          <p:cNvPr id="14" name="">
            <a:extLst xmlns:a="http://schemas.openxmlformats.org/drawingml/2006/main">
              <a:ext uri="{FF2B5EF4-FFF2-40B4-BE49-F238E27FC236}">
                <a16:creationId xmlns:a16="http://schemas.microsoft.com/office/drawing/2014/main" id="{6B404626-FA4D-4F28-92B2-B18C4F81AE3E}"/>
              </a:ext>
            </a:extLst>
          </p:cNvPr>
          <p:cNvSpPr>
            <a:spLocks xmlns:a="http://schemas.openxmlformats.org/drawingml/2006/main" noGrp="1"/>
          </p:cNvSpPr>
          <p:nvPr/>
        </p:nvSpPr>
        <p:spPr>
          <a:xfrm xmlns:a="http://schemas.openxmlformats.org/drawingml/2006/main">
            <a:off x="685800" y="4324350"/>
            <a:ext cx="6667500" cy="723900"/>
          </a:xfrm>
          <a:prstGeom xmlns:a="http://schemas.openxmlformats.org/drawingml/2006/main" prst="roundRect">
            <a:avLst>
              <a:gd name="adj" fmla="val 15789"/>
            </a:avLst>
          </a:prstGeom>
          <a:solidFill xmlns:a="http://schemas.openxmlformats.org/drawingml/2006/main">
            <a:srgbClr val="FFFCF6"/>
          </a:solidFill>
          <a:ln xmlns:a="http://schemas.openxmlformats.org/drawingml/2006/main" w="0">
            <a:noFill/>
          </a:ln>
        </p:spPr>
      </p:sp>
      <p:sp>
        <p:nvSpPr>
          <p:cNvPr id="15" name="04">
            <a:extLst xmlns:a="http://schemas.openxmlformats.org/drawingml/2006/main">
              <a:ext uri="{FF2B5EF4-FFF2-40B4-BE49-F238E27FC236}">
                <a16:creationId xmlns:a16="http://schemas.microsoft.com/office/drawing/2014/main" id="{83E4ED20-9E91-4C48-82E8-3178EFE096C4}"/>
              </a:ext>
            </a:extLst>
          </p:cNvPr>
          <p:cNvSpPr>
            <a:spLocks xmlns:a="http://schemas.openxmlformats.org/drawingml/2006/main" noGrp="1"/>
          </p:cNvSpPr>
          <p:nvPr/>
        </p:nvSpPr>
        <p:spPr>
          <a:xfrm xmlns:a="http://schemas.openxmlformats.org/drawingml/2006/main">
            <a:off x="857250" y="4448175"/>
            <a:ext cx="342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627"/>
          </a:bodyPr>
          <a:lstStyle xmlns:a="http://schemas.openxmlformats.org/drawingml/2006/main"/>
          <a:p xmlns:a="http://schemas.openxmlformats.org/drawingml/2006/main">
            <a:pPr algn="l">
              <a:defRPr sz="1500" b="1" i="0">
                <a:solidFill>
                  <a:srgbClr val="BD8E56"/>
                </a:solidFill>
                <a:latin typeface="Arial"/>
                <a:ea typeface="Arial"/>
                <a:cs typeface="Arial"/>
              </a:defRPr>
            </a:pPr>
            <a:r>
              <a:rPr sz="1500" b="1" i="0">
                <a:solidFill>
                  <a:srgbClr val="BD8E56"/>
                </a:solidFill>
                <a:latin typeface="Arial"/>
                <a:ea typeface="Arial"/>
                <a:cs typeface="Arial"/>
              </a:rPr>
              <a:t>04</a:t>
            </a:r>
          </a:p>
        </p:txBody>
      </p:sp>
      <p:sp>
        <p:nvSpPr>
          <p:cNvPr id="16" name="Sống chân thành, có trách nhiệm ">
            <a:extLst xmlns:a="http://schemas.openxmlformats.org/drawingml/2006/main">
              <a:ext uri="{FF2B5EF4-FFF2-40B4-BE49-F238E27FC236}">
                <a16:creationId xmlns:a16="http://schemas.microsoft.com/office/drawing/2014/main" id="{D07391D1-50F4-47EE-AA65-B3BEBF02559A}"/>
              </a:ext>
            </a:extLst>
          </p:cNvPr>
          <p:cNvSpPr>
            <a:spLocks xmlns:a="http://schemas.openxmlformats.org/drawingml/2006/main" noGrp="1"/>
          </p:cNvSpPr>
          <p:nvPr/>
        </p:nvSpPr>
        <p:spPr>
          <a:xfrm xmlns:a="http://schemas.openxmlformats.org/drawingml/2006/main">
            <a:off x="1304925" y="4419600"/>
            <a:ext cx="5857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i="0">
                <a:solidFill>
                  <a:srgbClr val="203D45"/>
                </a:solidFill>
                <a:latin typeface="Arial"/>
                <a:ea typeface="Arial"/>
                <a:cs typeface="Arial"/>
              </a:defRPr>
            </a:pPr>
            <a:r>
              <a:rPr sz="1350" b="0" i="0">
                <a:solidFill>
                  <a:srgbClr val="203D45"/>
                </a:solidFill>
                <a:latin typeface="Arial"/>
                <a:ea typeface="Arial"/>
                <a:cs typeface="Arial"/>
              </a:rPr>
              <a:t>Sống chân thành, có trách nhiệm với bản thân, gia đình, xã hội mới tạo nên giá trị và bản lĩnh đích thực của con người.</a:t>
            </a:r>
          </a:p>
        </p:txBody>
      </p:sp>
      <p:sp>
        <p:nvSpPr>
          <p:cNvPr id="17" name="">
            <a:extLst xmlns:a="http://schemas.openxmlformats.org/drawingml/2006/main">
              <a:ext uri="{FF2B5EF4-FFF2-40B4-BE49-F238E27FC236}">
                <a16:creationId xmlns:a16="http://schemas.microsoft.com/office/drawing/2014/main" id="{5FBE3268-F350-4CBB-82E8-8FFA579EF12D}"/>
              </a:ext>
            </a:extLst>
          </p:cNvPr>
          <p:cNvSpPr>
            <a:spLocks xmlns:a="http://schemas.openxmlformats.org/drawingml/2006/main" noGrp="1"/>
          </p:cNvSpPr>
          <p:nvPr/>
        </p:nvSpPr>
        <p:spPr>
          <a:xfrm xmlns:a="http://schemas.openxmlformats.org/drawingml/2006/main">
            <a:off x="685800" y="5162550"/>
            <a:ext cx="6667500" cy="723900"/>
          </a:xfrm>
          <a:prstGeom xmlns:a="http://schemas.openxmlformats.org/drawingml/2006/main" prst="roundRect">
            <a:avLst>
              <a:gd name="adj" fmla="val 15789"/>
            </a:avLst>
          </a:prstGeom>
          <a:solidFill xmlns:a="http://schemas.openxmlformats.org/drawingml/2006/main">
            <a:srgbClr val="FFFCF6"/>
          </a:solidFill>
          <a:ln xmlns:a="http://schemas.openxmlformats.org/drawingml/2006/main" w="0">
            <a:noFill/>
          </a:ln>
        </p:spPr>
      </p:sp>
      <p:sp>
        <p:nvSpPr>
          <p:cNvPr id="18" name="05">
            <a:extLst xmlns:a="http://schemas.openxmlformats.org/drawingml/2006/main">
              <a:ext uri="{FF2B5EF4-FFF2-40B4-BE49-F238E27FC236}">
                <a16:creationId xmlns:a16="http://schemas.microsoft.com/office/drawing/2014/main" id="{D78F561C-E56F-4F4B-A56D-AEB3DD39CBE1}"/>
              </a:ext>
            </a:extLst>
          </p:cNvPr>
          <p:cNvSpPr>
            <a:spLocks xmlns:a="http://schemas.openxmlformats.org/drawingml/2006/main" noGrp="1"/>
          </p:cNvSpPr>
          <p:nvPr/>
        </p:nvSpPr>
        <p:spPr>
          <a:xfrm xmlns:a="http://schemas.openxmlformats.org/drawingml/2006/main">
            <a:off x="857250" y="5286375"/>
            <a:ext cx="342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627"/>
          </a:bodyPr>
          <a:lstStyle xmlns:a="http://schemas.openxmlformats.org/drawingml/2006/main"/>
          <a:p xmlns:a="http://schemas.openxmlformats.org/drawingml/2006/main">
            <a:pPr algn="l">
              <a:defRPr sz="1500" b="1" i="0">
                <a:solidFill>
                  <a:srgbClr val="BD8E56"/>
                </a:solidFill>
                <a:latin typeface="Arial"/>
                <a:ea typeface="Arial"/>
                <a:cs typeface="Arial"/>
              </a:defRPr>
            </a:pPr>
            <a:r>
              <a:rPr sz="1500" b="1" i="0">
                <a:solidFill>
                  <a:srgbClr val="BD8E56"/>
                </a:solidFill>
                <a:latin typeface="Arial"/>
                <a:ea typeface="Arial"/>
                <a:cs typeface="Arial"/>
              </a:rPr>
              <a:t>05</a:t>
            </a:r>
          </a:p>
        </p:txBody>
      </p:sp>
      <p:sp>
        <p:nvSpPr>
          <p:cNvPr id="19" name="Đó cũng là bài học giúp ta sống ">
            <a:extLst xmlns:a="http://schemas.openxmlformats.org/drawingml/2006/main">
              <a:ext uri="{FF2B5EF4-FFF2-40B4-BE49-F238E27FC236}">
                <a16:creationId xmlns:a16="http://schemas.microsoft.com/office/drawing/2014/main" id="{9B372C33-F691-41D1-900B-7FEFF4B57A72}"/>
              </a:ext>
            </a:extLst>
          </p:cNvPr>
          <p:cNvSpPr>
            <a:spLocks xmlns:a="http://schemas.openxmlformats.org/drawingml/2006/main" noGrp="1"/>
          </p:cNvSpPr>
          <p:nvPr/>
        </p:nvSpPr>
        <p:spPr>
          <a:xfrm xmlns:a="http://schemas.openxmlformats.org/drawingml/2006/main">
            <a:off x="1304925" y="5257800"/>
            <a:ext cx="5857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i="0">
                <a:solidFill>
                  <a:srgbClr val="203D45"/>
                </a:solidFill>
                <a:latin typeface="Arial"/>
                <a:ea typeface="Arial"/>
                <a:cs typeface="Arial"/>
              </a:defRPr>
            </a:pPr>
            <a:r>
              <a:rPr sz="1350" b="0" i="0">
                <a:solidFill>
                  <a:srgbClr val="203D45"/>
                </a:solidFill>
                <a:latin typeface="Arial"/>
                <a:ea typeface="Arial"/>
                <a:cs typeface="Arial"/>
              </a:rPr>
              <a:t>Đó cũng là bài học giúp ta sống tỉnh táo và nhân văn hơn trong cuộc sống có xu thế phát triển và hội nhập.</a:t>
            </a:r>
          </a:p>
        </p:txBody>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d4e91c63b4df4803"/>
          <a:srcRect xmlns:a="http://schemas.openxmlformats.org/drawingml/2006/main" l="0" t="3760" r="0" b="3760"/>
          <a:stretch xmlns:a="http://schemas.openxmlformats.org/drawingml/2006/main">
            <a:fillRect l="0" t="0" r="0" b="0"/>
          </a:stretch>
        </p:blipFill>
        <p:spPr>
          <a:xfrm xmlns:a="http://schemas.openxmlformats.org/drawingml/2006/main">
            <a:off x="7734300" y="1962150"/>
            <a:ext cx="3771900" cy="1962150"/>
          </a:xfrm>
          <a:prstGeom xmlns:a="http://schemas.openxmlformats.org/drawingml/2006/main" prst="roundRect">
            <a:avLst>
              <a:gd name="adj" fmla="val 5825"/>
            </a:avLst>
          </a:prstGeom>
        </p:spPr>
      </p:pic>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17a7e948e8ef44af"/>
          <a:srcRect xmlns:a="http://schemas.openxmlformats.org/drawingml/2006/main" l="0" t="9596" r="0" b="9596"/>
          <a:stretch xmlns:a="http://schemas.openxmlformats.org/drawingml/2006/main">
            <a:fillRect l="0" t="0" r="0" b="0"/>
          </a:stretch>
        </p:blipFill>
        <p:spPr>
          <a:xfrm xmlns:a="http://schemas.openxmlformats.org/drawingml/2006/main">
            <a:off x="7734300" y="4171950"/>
            <a:ext cx="3771900" cy="1714500"/>
          </a:xfrm>
          <a:prstGeom xmlns:a="http://schemas.openxmlformats.org/drawingml/2006/main" prst="roundRect">
            <a:avLst>
              <a:gd name="adj" fmla="val 6667"/>
            </a:avLst>
          </a:prstGeom>
        </p:spPr>
      </p:pic>
    </p:spTree>
    <p:extLst>
      <p:ext uri="{BB962C8B-B14F-4D97-AF65-F5344CB8AC3E}">
        <p14:creationId xmlns:p14="http://schemas.microsoft.com/office/powerpoint/2010/main" val="45169238"/>
      </p:ext>
    </p:extLst>
  </p:cSld>
</p:sld>
</file>

<file path=ppt/slides/slide5.xml><?xml version="1.0" encoding="utf-8"?>
<p:sld xmlns:p="http://schemas.openxmlformats.org/presentationml/2006/main">
  <p:cSld>
    <p:bg>
      <p:bgPr>
        <a:solidFill xmlns:a="http://schemas.openxmlformats.org/drawingml/2006/main">
          <a:srgbClr val="FFF7EC"/>
        </a:solidFill>
      </p:bgPr>
    </p:bg>
    <p:spTree>
      <p:nvGrpSpPr>
        <p:cNvPr id="1" name=""/>
        <p:cNvGrpSpPr/>
        <p:nvPr/>
      </p:nvGrpSpPr>
      <p:grpSpPr>
        <a:xfrm xmlns:a="http://schemas.openxmlformats.org/drawingml/2006/main"/>
      </p:grpSpPr>
      <p:sp>
        <p:nvSpPr>
          <p:cNvPr id="17" name="CHÍNH NGHĨA VÀ GIÁ TRỊ BỀN VỮNG">
            <a:extLst xmlns:a="http://schemas.openxmlformats.org/drawingml/2006/main">
              <a:ext uri="{FF2B5EF4-FFF2-40B4-BE49-F238E27FC236}">
                <a16:creationId xmlns:a16="http://schemas.microsoft.com/office/drawing/2014/main" id="{6F2900F3-CE08-423C-AD54-8262768A9F96}"/>
              </a:ext>
            </a:extLst>
          </p:cNvPr>
          <p:cNvSpPr>
            <a:spLocks xmlns:a="http://schemas.openxmlformats.org/drawingml/2006/main" noGrp="1"/>
          </p:cNvSpPr>
          <p:nvPr/>
        </p:nvSpPr>
        <p:spPr>
          <a:xfrm xmlns:a="http://schemas.openxmlformats.org/drawingml/2006/main">
            <a:off x="685800" y="4000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l">
              <a:defRPr sz="1200" b="1" i="0">
                <a:solidFill>
                  <a:srgbClr val="BD8E56"/>
                </a:solidFill>
                <a:latin typeface="Arial"/>
                <a:ea typeface="Arial"/>
                <a:cs typeface="Arial"/>
              </a:defRPr>
            </a:pPr>
            <a:r>
              <a:rPr sz="1200" b="1" i="0">
                <a:solidFill>
                  <a:srgbClr val="BD8E56"/>
                </a:solidFill>
                <a:latin typeface="Arial"/>
                <a:ea typeface="Arial"/>
                <a:cs typeface="Arial"/>
              </a:rPr>
              <a:t>CHÍNH NGHĨA VÀ GIÁ TRỊ BỀN VỮNG</a:t>
            </a:r>
          </a:p>
        </p:txBody>
      </p:sp>
      <p:sp>
        <p:nvSpPr>
          <p:cNvPr id="2" name="Giữa biến động, tình người và ch">
            <a:extLst xmlns:a="http://schemas.openxmlformats.org/drawingml/2006/main">
              <a:ext uri="{FF2B5EF4-FFF2-40B4-BE49-F238E27FC236}">
                <a16:creationId xmlns:a16="http://schemas.microsoft.com/office/drawing/2014/main" id="{1D0949F8-B884-4CD9-B4FA-E4C6E80CD5E0}"/>
              </a:ext>
            </a:extLst>
          </p:cNvPr>
          <p:cNvSpPr>
            <a:spLocks xmlns:a="http://schemas.openxmlformats.org/drawingml/2006/main" noGrp="1"/>
          </p:cNvSpPr>
          <p:nvPr/>
        </p:nvSpPr>
        <p:spPr>
          <a:xfrm xmlns:a="http://schemas.openxmlformats.org/drawingml/2006/main">
            <a:off x="685800" y="72390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876"/>
          </a:bodyPr>
          <a:lstStyle xmlns:a="http://schemas.openxmlformats.org/drawingml/2006/main"/>
          <a:p xmlns:a="http://schemas.openxmlformats.org/drawingml/2006/main">
            <a:pPr algn="l">
              <a:defRPr sz="2925" b="0" i="0">
                <a:solidFill>
                  <a:srgbClr val="07546A"/>
                </a:solidFill>
                <a:latin typeface="Arial"/>
                <a:ea typeface="Arial"/>
                <a:cs typeface="Arial"/>
              </a:defRPr>
            </a:pPr>
            <a:r>
              <a:rPr sz="2925" b="0" i="0">
                <a:solidFill>
                  <a:srgbClr val="07546A"/>
                </a:solidFill>
                <a:latin typeface="Arial"/>
                <a:ea typeface="Arial"/>
                <a:cs typeface="Arial"/>
              </a:rPr>
              <a:t>Giữa biến động, tình người và chuẩn mực đạo đức vẫn đáng trân trọng</a:t>
            </a:r>
          </a:p>
        </p:txBody>
      </p:sp>
      <p:sp>
        <p:nvSpPr>
          <p:cNvPr id="3" name="">
            <a:extLst xmlns:a="http://schemas.openxmlformats.org/drawingml/2006/main">
              <a:ext uri="{FF2B5EF4-FFF2-40B4-BE49-F238E27FC236}">
                <a16:creationId xmlns:a16="http://schemas.microsoft.com/office/drawing/2014/main" id="{76FD23DE-E570-4199-B1A4-7A123AD6E649}"/>
              </a:ext>
            </a:extLst>
          </p:cNvPr>
          <p:cNvSpPr>
            <a:spLocks xmlns:a="http://schemas.openxmlformats.org/drawingml/2006/main" noGrp="1"/>
          </p:cNvSpPr>
          <p:nvPr/>
        </p:nvSpPr>
        <p:spPr>
          <a:xfrm xmlns:a="http://schemas.openxmlformats.org/drawingml/2006/main">
            <a:off x="685800" y="1609725"/>
            <a:ext cx="647700" cy="28575"/>
          </a:xfrm>
          <a:prstGeom xmlns:a="http://schemas.openxmlformats.org/drawingml/2006/main" prst="rect">
            <a:avLst/>
          </a:prstGeom>
          <a:solidFill xmlns:a="http://schemas.openxmlformats.org/drawingml/2006/main">
            <a:srgbClr val="BD8E56"/>
          </a:solidFill>
          <a:ln xmlns:a="http://schemas.openxmlformats.org/drawingml/2006/main" w="0">
            <a:noFill/>
          </a:ln>
        </p:spPr>
      </p:sp>
      <p:sp>
        <p:nvSpPr>
          <p:cNvPr id="4" name="05">
            <a:extLst xmlns:a="http://schemas.openxmlformats.org/drawingml/2006/main">
              <a:ext uri="{FF2B5EF4-FFF2-40B4-BE49-F238E27FC236}">
                <a16:creationId xmlns:a16="http://schemas.microsoft.com/office/drawing/2014/main" id="{3BEA3646-968F-45E3-9712-A932B70F295D}"/>
              </a:ext>
            </a:extLst>
          </p:cNvPr>
          <p:cNvSpPr>
            <a:spLocks xmlns:a="http://schemas.openxmlformats.org/drawingml/2006/main" noGrp="1"/>
          </p:cNvSpPr>
          <p:nvPr/>
        </p:nvSpPr>
        <p:spPr>
          <a:xfrm xmlns:a="http://schemas.openxmlformats.org/drawingml/2006/main">
            <a:off x="11049000" y="62960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r">
              <a:defRPr sz="1200" b="0" i="0">
                <a:solidFill>
                  <a:srgbClr val="07546A"/>
                </a:solidFill>
                <a:latin typeface="Arial"/>
                <a:ea typeface="Arial"/>
                <a:cs typeface="Arial"/>
              </a:defRPr>
            </a:pPr>
            <a:r>
              <a:rPr sz="1200" b="0" i="0">
                <a:solidFill>
                  <a:srgbClr val="07546A"/>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54B87D4B-9477-40DC-8750-AF894DA2A7EC}"/>
              </a:ext>
            </a:extLst>
          </p:cNvPr>
          <p:cNvSpPr>
            <a:spLocks xmlns:a="http://schemas.openxmlformats.org/drawingml/2006/main" noGrp="1"/>
          </p:cNvSpPr>
          <p:nvPr/>
        </p:nvSpPr>
        <p:spPr>
          <a:xfrm xmlns:a="http://schemas.openxmlformats.org/drawingml/2006/main">
            <a:off x="685800" y="1809750"/>
            <a:ext cx="7524750" cy="990600"/>
          </a:xfrm>
          <a:prstGeom xmlns:a="http://schemas.openxmlformats.org/drawingml/2006/main" prst="roundRect">
            <a:avLst>
              <a:gd name="adj" fmla="val 11538"/>
            </a:avLst>
          </a:prstGeom>
          <a:solidFill xmlns:a="http://schemas.openxmlformats.org/drawingml/2006/main">
            <a:srgbClr val="FFFCF6"/>
          </a:solidFill>
          <a:ln xmlns:a="http://schemas.openxmlformats.org/drawingml/2006/main" w="0">
            <a:noFill/>
          </a:ln>
        </p:spPr>
      </p:sp>
      <p:sp>
        <p:nvSpPr>
          <p:cNvPr id="6" name="Không chỉ phản ánh hiện thực, ha">
            <a:extLst xmlns:a="http://schemas.openxmlformats.org/drawingml/2006/main">
              <a:ext uri="{FF2B5EF4-FFF2-40B4-BE49-F238E27FC236}">
                <a16:creationId xmlns:a16="http://schemas.microsoft.com/office/drawing/2014/main" id="{5363CEBD-9D6A-4007-B3C9-899D431CD478}"/>
              </a:ext>
            </a:extLst>
          </p:cNvPr>
          <p:cNvSpPr>
            <a:spLocks xmlns:a="http://schemas.openxmlformats.org/drawingml/2006/main" noGrp="1"/>
          </p:cNvSpPr>
          <p:nvPr/>
        </p:nvSpPr>
        <p:spPr>
          <a:xfrm xmlns:a="http://schemas.openxmlformats.org/drawingml/2006/main">
            <a:off x="866775" y="1885950"/>
            <a:ext cx="716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i="0">
                <a:solidFill>
                  <a:srgbClr val="203D45"/>
                </a:solidFill>
                <a:latin typeface="Arial"/>
                <a:ea typeface="Arial"/>
                <a:cs typeface="Arial"/>
              </a:defRPr>
            </a:pPr>
            <a:r>
              <a:rPr sz="1200" b="0" i="0">
                <a:solidFill>
                  <a:srgbClr val="203D45"/>
                </a:solidFill>
                <a:latin typeface="Arial"/>
                <a:ea typeface="Arial"/>
                <a:cs typeface="Arial"/>
              </a:rPr>
              <a:t>Không chỉ phản ánh hiện thực, hai tác phẩm “Số đỏ” và “Mùa lá rụng trong vườn” còn gửi gắm những suy ngẫm về con người và giá trị của cuộc sống. Đằng sau những mâu thuẫn, biến động và những biểu hiện lệch lạc của xã hội vẫn là sự hiện diện của tình người, lòng nhân ái, sự thủy chung và những chuẩn mực đạo đức đáng trân trọng.</a:t>
            </a:r>
          </a:p>
        </p:txBody>
      </p:sp>
      <p:sp>
        <p:nvSpPr>
          <p:cNvPr id="7" name="">
            <a:extLst xmlns:a="http://schemas.openxmlformats.org/drawingml/2006/main">
              <a:ext uri="{FF2B5EF4-FFF2-40B4-BE49-F238E27FC236}">
                <a16:creationId xmlns:a16="http://schemas.microsoft.com/office/drawing/2014/main" id="{B1D90E59-04DE-4048-AFE5-88036A21872F}"/>
              </a:ext>
            </a:extLst>
          </p:cNvPr>
          <p:cNvSpPr>
            <a:spLocks xmlns:a="http://schemas.openxmlformats.org/drawingml/2006/main" noGrp="1"/>
          </p:cNvSpPr>
          <p:nvPr/>
        </p:nvSpPr>
        <p:spPr>
          <a:xfrm xmlns:a="http://schemas.openxmlformats.org/drawingml/2006/main">
            <a:off x="685800" y="2895600"/>
            <a:ext cx="7524750" cy="885825"/>
          </a:xfrm>
          <a:prstGeom xmlns:a="http://schemas.openxmlformats.org/drawingml/2006/main" prst="roundRect">
            <a:avLst>
              <a:gd name="adj" fmla="val 12903"/>
            </a:avLst>
          </a:prstGeom>
          <a:solidFill xmlns:a="http://schemas.openxmlformats.org/drawingml/2006/main">
            <a:srgbClr val="FFFCF6"/>
          </a:solidFill>
          <a:ln xmlns:a="http://schemas.openxmlformats.org/drawingml/2006/main" w="0">
            <a:noFill/>
          </a:ln>
        </p:spPr>
      </p:sp>
      <p:sp>
        <p:nvSpPr>
          <p:cNvPr id="8" name="Qua đó, tác giả của “Mùa lá rụng">
            <a:extLst xmlns:a="http://schemas.openxmlformats.org/drawingml/2006/main">
              <a:ext uri="{FF2B5EF4-FFF2-40B4-BE49-F238E27FC236}">
                <a16:creationId xmlns:a16="http://schemas.microsoft.com/office/drawing/2014/main" id="{F990A34F-2FCF-469D-970C-274ADAD9B629}"/>
              </a:ext>
            </a:extLst>
          </p:cNvPr>
          <p:cNvSpPr>
            <a:spLocks xmlns:a="http://schemas.openxmlformats.org/drawingml/2006/main" noGrp="1"/>
          </p:cNvSpPr>
          <p:nvPr/>
        </p:nvSpPr>
        <p:spPr>
          <a:xfrm xmlns:a="http://schemas.openxmlformats.org/drawingml/2006/main">
            <a:off x="866775" y="2971800"/>
            <a:ext cx="716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i="0">
                <a:solidFill>
                  <a:srgbClr val="203D45"/>
                </a:solidFill>
                <a:latin typeface="Arial"/>
                <a:ea typeface="Arial"/>
                <a:cs typeface="Arial"/>
              </a:defRPr>
            </a:pPr>
            <a:r>
              <a:rPr sz="1200" b="0" i="0">
                <a:solidFill>
                  <a:srgbClr val="203D45"/>
                </a:solidFill>
                <a:latin typeface="Arial"/>
                <a:ea typeface="Arial"/>
                <a:cs typeface="Arial"/>
              </a:rPr>
              <a:t>Qua đó, tác giả của “Mùa lá rụng trong vườn”, Ma Văn Kháng, đề cao tình người, lòng nhân ái, sự thủy chung và những giá trị tốt đẹp của con người trong thời thế khó khăn, khi con người dễ cúi đầu trước những cám dỗ.</a:t>
            </a:r>
          </a:p>
        </p:txBody>
      </p:sp>
      <p:sp>
        <p:nvSpPr>
          <p:cNvPr id="9" name="">
            <a:extLst xmlns:a="http://schemas.openxmlformats.org/drawingml/2006/main">
              <a:ext uri="{FF2B5EF4-FFF2-40B4-BE49-F238E27FC236}">
                <a16:creationId xmlns:a16="http://schemas.microsoft.com/office/drawing/2014/main" id="{695EB317-3BD8-4B9F-A4DD-A868C067A12B}"/>
              </a:ext>
            </a:extLst>
          </p:cNvPr>
          <p:cNvSpPr>
            <a:spLocks xmlns:a="http://schemas.openxmlformats.org/drawingml/2006/main" noGrp="1"/>
          </p:cNvSpPr>
          <p:nvPr/>
        </p:nvSpPr>
        <p:spPr>
          <a:xfrm xmlns:a="http://schemas.openxmlformats.org/drawingml/2006/main">
            <a:off x="685800" y="3876675"/>
            <a:ext cx="7524750" cy="704850"/>
          </a:xfrm>
          <a:prstGeom xmlns:a="http://schemas.openxmlformats.org/drawingml/2006/main" prst="roundRect">
            <a:avLst>
              <a:gd name="adj" fmla="val 16216"/>
            </a:avLst>
          </a:prstGeom>
          <a:solidFill xmlns:a="http://schemas.openxmlformats.org/drawingml/2006/main">
            <a:srgbClr val="FFFCF6"/>
          </a:solidFill>
          <a:ln xmlns:a="http://schemas.openxmlformats.org/drawingml/2006/main" w="0">
            <a:noFill/>
          </a:ln>
        </p:spPr>
      </p:sp>
      <p:sp>
        <p:nvSpPr>
          <p:cNvPr id="10" name="Đồng thời, tác giả của “Số đỏ”, ">
            <a:extLst xmlns:a="http://schemas.openxmlformats.org/drawingml/2006/main">
              <a:ext uri="{FF2B5EF4-FFF2-40B4-BE49-F238E27FC236}">
                <a16:creationId xmlns:a16="http://schemas.microsoft.com/office/drawing/2014/main" id="{B5A33B86-4949-47AD-BEAE-220D7342F32B}"/>
              </a:ext>
            </a:extLst>
          </p:cNvPr>
          <p:cNvSpPr>
            <a:spLocks xmlns:a="http://schemas.openxmlformats.org/drawingml/2006/main" noGrp="1"/>
          </p:cNvSpPr>
          <p:nvPr/>
        </p:nvSpPr>
        <p:spPr>
          <a:xfrm xmlns:a="http://schemas.openxmlformats.org/drawingml/2006/main">
            <a:off x="866775" y="3952875"/>
            <a:ext cx="716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i="0">
                <a:solidFill>
                  <a:srgbClr val="203D45"/>
                </a:solidFill>
                <a:latin typeface="Arial"/>
                <a:ea typeface="Arial"/>
                <a:cs typeface="Arial"/>
              </a:defRPr>
            </a:pPr>
            <a:r>
              <a:rPr sz="1200" b="0" i="0">
                <a:solidFill>
                  <a:srgbClr val="203D45"/>
                </a:solidFill>
                <a:latin typeface="Arial"/>
                <a:ea typeface="Arial"/>
                <a:cs typeface="Arial"/>
              </a:rPr>
              <a:t>Đồng thời, tác giả của “Số đỏ”, Vũ Trọng Phụng, vạch trần và phê phán sự giả dối, lố lăng, kệch cỡm của giới thượng lưu đương thời.</a:t>
            </a:r>
          </a:p>
        </p:txBody>
      </p:sp>
      <p:sp>
        <p:nvSpPr>
          <p:cNvPr id="11" name="">
            <a:extLst xmlns:a="http://schemas.openxmlformats.org/drawingml/2006/main">
              <a:ext uri="{FF2B5EF4-FFF2-40B4-BE49-F238E27FC236}">
                <a16:creationId xmlns:a16="http://schemas.microsoft.com/office/drawing/2014/main" id="{CEE2553D-21D9-468B-B9E2-DA22EE83A418}"/>
              </a:ext>
            </a:extLst>
          </p:cNvPr>
          <p:cNvSpPr>
            <a:spLocks xmlns:a="http://schemas.openxmlformats.org/drawingml/2006/main" noGrp="1"/>
          </p:cNvSpPr>
          <p:nvPr/>
        </p:nvSpPr>
        <p:spPr>
          <a:xfrm xmlns:a="http://schemas.openxmlformats.org/drawingml/2006/main">
            <a:off x="685800" y="4676775"/>
            <a:ext cx="7524750" cy="685800"/>
          </a:xfrm>
          <a:prstGeom xmlns:a="http://schemas.openxmlformats.org/drawingml/2006/main" prst="roundRect">
            <a:avLst>
              <a:gd name="adj" fmla="val 16667"/>
            </a:avLst>
          </a:prstGeom>
          <a:solidFill xmlns:a="http://schemas.openxmlformats.org/drawingml/2006/main">
            <a:srgbClr val="FFFCF6"/>
          </a:solidFill>
          <a:ln xmlns:a="http://schemas.openxmlformats.org/drawingml/2006/main" w="0">
            <a:noFill/>
          </a:ln>
        </p:spPr>
      </p:sp>
      <p:sp>
        <p:nvSpPr>
          <p:cNvPr id="12" name="Nhìn chung, nghệ thuật miêu tả n">
            <a:extLst xmlns:a="http://schemas.openxmlformats.org/drawingml/2006/main">
              <a:ext uri="{FF2B5EF4-FFF2-40B4-BE49-F238E27FC236}">
                <a16:creationId xmlns:a16="http://schemas.microsoft.com/office/drawing/2014/main" id="{8ADC889B-8673-42B7-9DD5-8D0DE84B7DC3}"/>
              </a:ext>
            </a:extLst>
          </p:cNvPr>
          <p:cNvSpPr>
            <a:spLocks xmlns:a="http://schemas.openxmlformats.org/drawingml/2006/main" noGrp="1"/>
          </p:cNvSpPr>
          <p:nvPr/>
        </p:nvSpPr>
        <p:spPr>
          <a:xfrm xmlns:a="http://schemas.openxmlformats.org/drawingml/2006/main">
            <a:off x="866775" y="4752975"/>
            <a:ext cx="716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i="0">
                <a:solidFill>
                  <a:srgbClr val="203D45"/>
                </a:solidFill>
                <a:latin typeface="Arial"/>
                <a:ea typeface="Arial"/>
                <a:cs typeface="Arial"/>
              </a:defRPr>
            </a:pPr>
            <a:r>
              <a:rPr sz="1200" b="0" i="0">
                <a:solidFill>
                  <a:srgbClr val="203D45"/>
                </a:solidFill>
                <a:latin typeface="Arial"/>
                <a:ea typeface="Arial"/>
                <a:cs typeface="Arial"/>
              </a:rPr>
              <a:t>Nhìn chung, nghệ thuật miêu tả nhân vật trong hai tác phẩm góp phần làm nổi bật tính cách, số phận và vẻ đẹp tâm hồn của con người.</a:t>
            </a:r>
          </a:p>
        </p:txBody>
      </p:sp>
      <p:sp>
        <p:nvSpPr>
          <p:cNvPr id="13" name="">
            <a:extLst xmlns:a="http://schemas.openxmlformats.org/drawingml/2006/main">
              <a:ext uri="{FF2B5EF4-FFF2-40B4-BE49-F238E27FC236}">
                <a16:creationId xmlns:a16="http://schemas.microsoft.com/office/drawing/2014/main" id="{4FB8B75B-6E30-4008-B164-C86BF60D1B02}"/>
              </a:ext>
            </a:extLst>
          </p:cNvPr>
          <p:cNvSpPr>
            <a:spLocks xmlns:a="http://schemas.openxmlformats.org/drawingml/2006/main" noGrp="1"/>
          </p:cNvSpPr>
          <p:nvPr/>
        </p:nvSpPr>
        <p:spPr>
          <a:xfrm xmlns:a="http://schemas.openxmlformats.org/drawingml/2006/main">
            <a:off x="685800" y="5457825"/>
            <a:ext cx="7524750" cy="866775"/>
          </a:xfrm>
          <a:prstGeom xmlns:a="http://schemas.openxmlformats.org/drawingml/2006/main" prst="roundRect">
            <a:avLst>
              <a:gd name="adj" fmla="val 13187"/>
            </a:avLst>
          </a:prstGeom>
          <a:solidFill xmlns:a="http://schemas.openxmlformats.org/drawingml/2006/main">
            <a:srgbClr val="FFFCF6"/>
          </a:solidFill>
          <a:ln xmlns:a="http://schemas.openxmlformats.org/drawingml/2006/main" w="0">
            <a:noFill/>
          </a:ln>
        </p:spPr>
      </p:sp>
      <p:sp>
        <p:nvSpPr>
          <p:cNvPr id="14" name="Qua đó, cả hai tác phẩm giúp ngư">
            <a:extLst xmlns:a="http://schemas.openxmlformats.org/drawingml/2006/main">
              <a:ext uri="{FF2B5EF4-FFF2-40B4-BE49-F238E27FC236}">
                <a16:creationId xmlns:a16="http://schemas.microsoft.com/office/drawing/2014/main" id="{AFB39266-719D-4A7B-8FB3-FAAB49232E29}"/>
              </a:ext>
            </a:extLst>
          </p:cNvPr>
          <p:cNvSpPr>
            <a:spLocks xmlns:a="http://schemas.openxmlformats.org/drawingml/2006/main" noGrp="1"/>
          </p:cNvSpPr>
          <p:nvPr/>
        </p:nvSpPr>
        <p:spPr>
          <a:xfrm xmlns:a="http://schemas.openxmlformats.org/drawingml/2006/main">
            <a:off x="866775" y="5534025"/>
            <a:ext cx="716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i="0">
                <a:solidFill>
                  <a:srgbClr val="203D45"/>
                </a:solidFill>
                <a:latin typeface="Arial"/>
                <a:ea typeface="Arial"/>
                <a:cs typeface="Arial"/>
              </a:defRPr>
            </a:pPr>
            <a:r>
              <a:rPr sz="1200" b="0" i="0">
                <a:solidFill>
                  <a:srgbClr val="203D45"/>
                </a:solidFill>
                <a:latin typeface="Arial"/>
                <a:ea typeface="Arial"/>
                <a:cs typeface="Arial"/>
              </a:rPr>
              <a:t>Qua đó, cả hai tác phẩm giúp người đọc thêm tin yêu những điều chính nghĩa và những giá trị bền vững, đồng thời lưu giữ và phát huy những giá trị đạo đức và truyền thống tốt đẹp của con người Việt Nam.</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086fa3a2ff284190"/>
          <a:srcRect xmlns:a="http://schemas.openxmlformats.org/drawingml/2006/main" l="0" t="6303" r="0" b="6303"/>
          <a:stretch xmlns:a="http://schemas.openxmlformats.org/drawingml/2006/main">
            <a:fillRect l="0" t="0" r="0" b="0"/>
          </a:stretch>
        </p:blipFill>
        <p:spPr>
          <a:xfrm xmlns:a="http://schemas.openxmlformats.org/drawingml/2006/main">
            <a:off x="8477250" y="1981200"/>
            <a:ext cx="3028950" cy="1828800"/>
          </a:xfrm>
          <a:prstGeom xmlns:a="http://schemas.openxmlformats.org/drawingml/2006/main" prst="roundRect">
            <a:avLst>
              <a:gd name="adj" fmla="val 6250"/>
            </a:avLst>
          </a:prstGeom>
        </p:spPr>
      </p:pic>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c05d76b876444251"/>
          <a:srcRect xmlns:a="http://schemas.openxmlformats.org/drawingml/2006/main" l="2928" t="0" r="2928" b="0"/>
          <a:stretch xmlns:a="http://schemas.openxmlformats.org/drawingml/2006/main">
            <a:fillRect l="0" t="0" r="0" b="0"/>
          </a:stretch>
        </p:blipFill>
        <p:spPr>
          <a:xfrm xmlns:a="http://schemas.openxmlformats.org/drawingml/2006/main">
            <a:off x="8477250" y="4048125"/>
            <a:ext cx="3028950" cy="1809750"/>
          </a:xfrm>
          <a:prstGeom xmlns:a="http://schemas.openxmlformats.org/drawingml/2006/main" prst="roundRect">
            <a:avLst>
              <a:gd name="adj" fmla="val 6316"/>
            </a:avLst>
          </a:prstGeom>
        </p:spPr>
      </p:pic>
    </p:spTree>
    <p:extLst>
      <p:ext uri="{BB962C8B-B14F-4D97-AF65-F5344CB8AC3E}">
        <p14:creationId xmlns:p14="http://schemas.microsoft.com/office/powerpoint/2010/main" val="1970558055"/>
      </p:ext>
    </p:extLst>
  </p:cSld>
</p:sld>
</file>

<file path=ppt/slides/slide6.xml><?xml version="1.0" encoding="utf-8"?>
<p:sld xmlns:p="http://schemas.openxmlformats.org/presentationml/2006/main">
  <p:cSld>
    <p:bg>
      <p:bgPr>
        <a:solidFill xmlns:a="http://schemas.openxmlformats.org/drawingml/2006/main">
          <a:srgbClr val="FFF7EC"/>
        </a:solidFill>
      </p:bgPr>
    </p:bg>
    <p:spTree>
      <p:nvGrpSpPr>
        <p:cNvPr id="1" name=""/>
        <p:cNvGrpSpPr/>
        <p:nvPr/>
      </p:nvGrpSpPr>
      <p:grpSpPr>
        <a:xfrm xmlns:a="http://schemas.openxmlformats.org/drawingml/2006/main"/>
      </p:grpSpPr>
      <p:sp>
        <p:nvSpPr>
          <p:cNvPr id="17" name="KẾT BÀI">
            <a:extLst xmlns:a="http://schemas.openxmlformats.org/drawingml/2006/main">
              <a:ext uri="{FF2B5EF4-FFF2-40B4-BE49-F238E27FC236}">
                <a16:creationId xmlns:a16="http://schemas.microsoft.com/office/drawing/2014/main" id="{01E27A13-F178-4453-95FE-597CD9FECC87}"/>
              </a:ext>
            </a:extLst>
          </p:cNvPr>
          <p:cNvSpPr>
            <a:spLocks xmlns:a="http://schemas.openxmlformats.org/drawingml/2006/main" noGrp="1"/>
          </p:cNvSpPr>
          <p:nvPr/>
        </p:nvSpPr>
        <p:spPr>
          <a:xfrm xmlns:a="http://schemas.openxmlformats.org/drawingml/2006/main">
            <a:off x="685800" y="4000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l">
              <a:defRPr sz="1200" b="1" i="0">
                <a:solidFill>
                  <a:srgbClr val="BD8E56"/>
                </a:solidFill>
                <a:latin typeface="Arial"/>
                <a:ea typeface="Arial"/>
                <a:cs typeface="Arial"/>
              </a:defRPr>
            </a:pPr>
            <a:r>
              <a:rPr sz="1200" b="1" i="0">
                <a:solidFill>
                  <a:srgbClr val="BD8E56"/>
                </a:solidFill>
                <a:latin typeface="Arial"/>
                <a:ea typeface="Arial"/>
                <a:cs typeface="Arial"/>
              </a:rPr>
              <a:t>KẾT BÀI</a:t>
            </a:r>
          </a:p>
        </p:txBody>
      </p:sp>
      <p:sp>
        <p:nvSpPr>
          <p:cNvPr id="2" name="Mỗi tác phẩm mang một sứ mệnh ng">
            <a:extLst xmlns:a="http://schemas.openxmlformats.org/drawingml/2006/main">
              <a:ext uri="{FF2B5EF4-FFF2-40B4-BE49-F238E27FC236}">
                <a16:creationId xmlns:a16="http://schemas.microsoft.com/office/drawing/2014/main" id="{694F857E-A298-4992-A0DD-8A8A83837895}"/>
              </a:ext>
            </a:extLst>
          </p:cNvPr>
          <p:cNvSpPr>
            <a:spLocks xmlns:a="http://schemas.openxmlformats.org/drawingml/2006/main" noGrp="1"/>
          </p:cNvSpPr>
          <p:nvPr/>
        </p:nvSpPr>
        <p:spPr>
          <a:xfrm xmlns:a="http://schemas.openxmlformats.org/drawingml/2006/main">
            <a:off x="685800" y="72390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925" b="0" i="0">
                <a:solidFill>
                  <a:srgbClr val="07546A"/>
                </a:solidFill>
                <a:latin typeface="Arial"/>
                <a:ea typeface="Arial"/>
                <a:cs typeface="Arial"/>
              </a:defRPr>
            </a:pPr>
            <a:r>
              <a:rPr sz="2925" b="0" i="0">
                <a:solidFill>
                  <a:srgbClr val="07546A"/>
                </a:solidFill>
                <a:latin typeface="Arial"/>
                <a:ea typeface="Arial"/>
                <a:cs typeface="Arial"/>
              </a:rPr>
              <a:t>Mỗi tác phẩm mang một sứ mệnh nghệ thuật riêng</a:t>
            </a:r>
          </a:p>
        </p:txBody>
      </p:sp>
      <p:sp>
        <p:nvSpPr>
          <p:cNvPr id="3" name="">
            <a:extLst xmlns:a="http://schemas.openxmlformats.org/drawingml/2006/main">
              <a:ext uri="{FF2B5EF4-FFF2-40B4-BE49-F238E27FC236}">
                <a16:creationId xmlns:a16="http://schemas.microsoft.com/office/drawing/2014/main" id="{6A8E12C0-0BE4-41A2-8727-F38F5F7DB1FF}"/>
              </a:ext>
            </a:extLst>
          </p:cNvPr>
          <p:cNvSpPr>
            <a:spLocks xmlns:a="http://schemas.openxmlformats.org/drawingml/2006/main" noGrp="1"/>
          </p:cNvSpPr>
          <p:nvPr/>
        </p:nvSpPr>
        <p:spPr>
          <a:xfrm xmlns:a="http://schemas.openxmlformats.org/drawingml/2006/main">
            <a:off x="685800" y="1609725"/>
            <a:ext cx="647700" cy="28575"/>
          </a:xfrm>
          <a:prstGeom xmlns:a="http://schemas.openxmlformats.org/drawingml/2006/main" prst="rect">
            <a:avLst/>
          </a:prstGeom>
          <a:solidFill xmlns:a="http://schemas.openxmlformats.org/drawingml/2006/main">
            <a:srgbClr val="BD8E56"/>
          </a:solidFill>
          <a:ln xmlns:a="http://schemas.openxmlformats.org/drawingml/2006/main" w="0">
            <a:noFill/>
          </a:ln>
        </p:spPr>
      </p:sp>
      <p:sp>
        <p:nvSpPr>
          <p:cNvPr id="4" name="06">
            <a:extLst xmlns:a="http://schemas.openxmlformats.org/drawingml/2006/main">
              <a:ext uri="{FF2B5EF4-FFF2-40B4-BE49-F238E27FC236}">
                <a16:creationId xmlns:a16="http://schemas.microsoft.com/office/drawing/2014/main" id="{460FD37B-97E9-412B-9AC5-B6D02D1FF413}"/>
              </a:ext>
            </a:extLst>
          </p:cNvPr>
          <p:cNvSpPr>
            <a:spLocks xmlns:a="http://schemas.openxmlformats.org/drawingml/2006/main" noGrp="1"/>
          </p:cNvSpPr>
          <p:nvPr/>
        </p:nvSpPr>
        <p:spPr>
          <a:xfrm xmlns:a="http://schemas.openxmlformats.org/drawingml/2006/main">
            <a:off x="11049000" y="62960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r">
              <a:defRPr sz="1200" b="0" i="0">
                <a:solidFill>
                  <a:srgbClr val="07546A"/>
                </a:solidFill>
                <a:latin typeface="Arial"/>
                <a:ea typeface="Arial"/>
                <a:cs typeface="Arial"/>
              </a:defRPr>
            </a:pPr>
            <a:r>
              <a:rPr sz="1200" b="0" i="0">
                <a:solidFill>
                  <a:srgbClr val="07546A"/>
                </a:solidFill>
                <a:latin typeface="Arial"/>
                <a:ea typeface="Arial"/>
                <a:cs typeface="Arial"/>
              </a:rPr>
              <a:t>06</a:t>
            </a:r>
          </a:p>
        </p:txBody>
      </p:sp>
      <p:sp>
        <p:nvSpPr>
          <p:cNvPr id="5" name="Văn học có chức năng cao cả, mỗi">
            <a:extLst xmlns:a="http://schemas.openxmlformats.org/drawingml/2006/main">
              <a:ext uri="{FF2B5EF4-FFF2-40B4-BE49-F238E27FC236}">
                <a16:creationId xmlns:a16="http://schemas.microsoft.com/office/drawing/2014/main" id="{19A06E0B-7A06-48FB-9D7A-89F572601D39}"/>
              </a:ext>
            </a:extLst>
          </p:cNvPr>
          <p:cNvSpPr>
            <a:spLocks xmlns:a="http://schemas.openxmlformats.org/drawingml/2006/main" noGrp="1"/>
          </p:cNvSpPr>
          <p:nvPr/>
        </p:nvSpPr>
        <p:spPr>
          <a:xfrm xmlns:a="http://schemas.openxmlformats.org/drawingml/2006/main">
            <a:off x="685800" y="175260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75" b="0" i="0">
                <a:solidFill>
                  <a:srgbClr val="203D45"/>
                </a:solidFill>
                <a:latin typeface="Arial"/>
                <a:ea typeface="Arial"/>
                <a:cs typeface="Arial"/>
              </a:defRPr>
            </a:pPr>
            <a:r>
              <a:rPr sz="1875" b="0" i="0">
                <a:solidFill>
                  <a:srgbClr val="203D45"/>
                </a:solidFill>
                <a:latin typeface="Arial"/>
                <a:ea typeface="Arial"/>
                <a:cs typeface="Arial"/>
              </a:rPr>
              <a:t>Văn học có chức năng cao cả, mỗi tác phẩm là một sứ mệnh riêng.</a:t>
            </a:r>
          </a:p>
        </p:txBody>
      </p:sp>
      <p:sp>
        <p:nvSpPr>
          <p:cNvPr id="6" name="">
            <a:extLst xmlns:a="http://schemas.openxmlformats.org/drawingml/2006/main">
              <a:ext uri="{FF2B5EF4-FFF2-40B4-BE49-F238E27FC236}">
                <a16:creationId xmlns:a16="http://schemas.microsoft.com/office/drawing/2014/main" id="{612FA4FB-9F70-4C70-8D7C-E155102F1F04}"/>
              </a:ext>
            </a:extLst>
          </p:cNvPr>
          <p:cNvSpPr>
            <a:spLocks xmlns:a="http://schemas.openxmlformats.org/drawingml/2006/main" noGrp="1"/>
          </p:cNvSpPr>
          <p:nvPr/>
        </p:nvSpPr>
        <p:spPr>
          <a:xfrm xmlns:a="http://schemas.openxmlformats.org/drawingml/2006/main">
            <a:off x="685800" y="2324100"/>
            <a:ext cx="5219700" cy="1381125"/>
          </a:xfrm>
          <a:prstGeom xmlns:a="http://schemas.openxmlformats.org/drawingml/2006/main" prst="roundRect">
            <a:avLst>
              <a:gd name="adj" fmla="val 8276"/>
            </a:avLst>
          </a:prstGeom>
          <a:solidFill xmlns:a="http://schemas.openxmlformats.org/drawingml/2006/main">
            <a:srgbClr val="FFFCF6"/>
          </a:solidFill>
          <a:ln xmlns:a="http://schemas.openxmlformats.org/drawingml/2006/main" w="0">
            <a:noFill/>
          </a:ln>
        </p:spPr>
      </p:sp>
      <p:sp>
        <p:nvSpPr>
          <p:cNvPr id="7" name="Mùa lá rụng trong vườn">
            <a:extLst xmlns:a="http://schemas.openxmlformats.org/drawingml/2006/main">
              <a:ext uri="{FF2B5EF4-FFF2-40B4-BE49-F238E27FC236}">
                <a16:creationId xmlns:a16="http://schemas.microsoft.com/office/drawing/2014/main" id="{A5409026-153B-4843-8056-D93588FD1996}"/>
              </a:ext>
            </a:extLst>
          </p:cNvPr>
          <p:cNvSpPr>
            <a:spLocks xmlns:a="http://schemas.openxmlformats.org/drawingml/2006/main" noGrp="1"/>
          </p:cNvSpPr>
          <p:nvPr/>
        </p:nvSpPr>
        <p:spPr>
          <a:xfrm xmlns:a="http://schemas.openxmlformats.org/drawingml/2006/main">
            <a:off x="895350" y="2457450"/>
            <a:ext cx="4810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026"/>
          </a:bodyPr>
          <a:lstStyle xmlns:a="http://schemas.openxmlformats.org/drawingml/2006/main"/>
          <a:p xmlns:a="http://schemas.openxmlformats.org/drawingml/2006/main">
            <a:pPr algn="l">
              <a:defRPr sz="1950" b="1" i="0">
                <a:solidFill>
                  <a:srgbClr val="07546A"/>
                </a:solidFill>
                <a:latin typeface="Arial"/>
                <a:ea typeface="Arial"/>
                <a:cs typeface="Arial"/>
              </a:defRPr>
            </a:pPr>
            <a:r>
              <a:rPr sz="1950" b="1" i="0">
                <a:solidFill>
                  <a:srgbClr val="07546A"/>
                </a:solidFill>
                <a:latin typeface="Arial"/>
                <a:ea typeface="Arial"/>
                <a:cs typeface="Arial"/>
              </a:rPr>
              <a:t>Mùa lá rụng trong vườn</a:t>
            </a:r>
          </a:p>
        </p:txBody>
      </p:sp>
      <p:sp>
        <p:nvSpPr>
          <p:cNvPr id="8" name="Thiên về lối kể chân thực, giàu ">
            <a:extLst xmlns:a="http://schemas.openxmlformats.org/drawingml/2006/main">
              <a:ext uri="{FF2B5EF4-FFF2-40B4-BE49-F238E27FC236}">
                <a16:creationId xmlns:a16="http://schemas.microsoft.com/office/drawing/2014/main" id="{79F050A4-7024-41ED-9D99-0D2EB0ABEA0C}"/>
              </a:ext>
            </a:extLst>
          </p:cNvPr>
          <p:cNvSpPr>
            <a:spLocks xmlns:a="http://schemas.openxmlformats.org/drawingml/2006/main" noGrp="1"/>
          </p:cNvSpPr>
          <p:nvPr/>
        </p:nvSpPr>
        <p:spPr>
          <a:xfrm xmlns:a="http://schemas.openxmlformats.org/drawingml/2006/main">
            <a:off x="895350" y="2886075"/>
            <a:ext cx="4810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614"/>
          </a:bodyPr>
          <a:lstStyle xmlns:a="http://schemas.openxmlformats.org/drawingml/2006/main"/>
          <a:p xmlns:a="http://schemas.openxmlformats.org/drawingml/2006/main">
            <a:pPr algn="l">
              <a:defRPr sz="1425" b="0" i="0">
                <a:solidFill>
                  <a:srgbClr val="203D45"/>
                </a:solidFill>
                <a:latin typeface="Arial"/>
                <a:ea typeface="Arial"/>
                <a:cs typeface="Arial"/>
              </a:defRPr>
            </a:pPr>
            <a:r>
              <a:rPr sz="1425" b="0" i="0">
                <a:solidFill>
                  <a:srgbClr val="203D45"/>
                </a:solidFill>
                <a:latin typeface="Arial"/>
                <a:ea typeface="Arial"/>
                <a:cs typeface="Arial"/>
              </a:rPr>
              <a:t>Thiên về lối kể chân thực, giàu chiều sâu tâm lí để khắc họa những con người trong những biến động của gia đình và thời đại.</a:t>
            </a:r>
          </a:p>
        </p:txBody>
      </p:sp>
      <p:sp>
        <p:nvSpPr>
          <p:cNvPr id="9" name="">
            <a:extLst xmlns:a="http://schemas.openxmlformats.org/drawingml/2006/main">
              <a:ext uri="{FF2B5EF4-FFF2-40B4-BE49-F238E27FC236}">
                <a16:creationId xmlns:a16="http://schemas.microsoft.com/office/drawing/2014/main" id="{BB239804-909E-4F53-8F66-A2AEE2872DDA}"/>
              </a:ext>
            </a:extLst>
          </p:cNvPr>
          <p:cNvSpPr>
            <a:spLocks xmlns:a="http://schemas.openxmlformats.org/drawingml/2006/main" noGrp="1"/>
          </p:cNvSpPr>
          <p:nvPr/>
        </p:nvSpPr>
        <p:spPr>
          <a:xfrm xmlns:a="http://schemas.openxmlformats.org/drawingml/2006/main">
            <a:off x="6286500" y="2324100"/>
            <a:ext cx="5219700" cy="1381125"/>
          </a:xfrm>
          <a:prstGeom xmlns:a="http://schemas.openxmlformats.org/drawingml/2006/main" prst="roundRect">
            <a:avLst>
              <a:gd name="adj" fmla="val 8276"/>
            </a:avLst>
          </a:prstGeom>
          <a:solidFill xmlns:a="http://schemas.openxmlformats.org/drawingml/2006/main">
            <a:srgbClr val="FFFCF6"/>
          </a:solidFill>
          <a:ln xmlns:a="http://schemas.openxmlformats.org/drawingml/2006/main" w="0">
            <a:noFill/>
          </a:ln>
        </p:spPr>
      </p:sp>
      <p:sp>
        <p:nvSpPr>
          <p:cNvPr id="10" name="Xuân Tóc Đỏ cứu quốc">
            <a:extLst xmlns:a="http://schemas.openxmlformats.org/drawingml/2006/main">
              <a:ext uri="{FF2B5EF4-FFF2-40B4-BE49-F238E27FC236}">
                <a16:creationId xmlns:a16="http://schemas.microsoft.com/office/drawing/2014/main" id="{5525CD9B-EFD7-4FED-B8CB-B3EFD6891B1A}"/>
              </a:ext>
            </a:extLst>
          </p:cNvPr>
          <p:cNvSpPr>
            <a:spLocks xmlns:a="http://schemas.openxmlformats.org/drawingml/2006/main" noGrp="1"/>
          </p:cNvSpPr>
          <p:nvPr/>
        </p:nvSpPr>
        <p:spPr>
          <a:xfrm xmlns:a="http://schemas.openxmlformats.org/drawingml/2006/main">
            <a:off x="6496050" y="245745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026"/>
          </a:bodyPr>
          <a:lstStyle xmlns:a="http://schemas.openxmlformats.org/drawingml/2006/main"/>
          <a:p xmlns:a="http://schemas.openxmlformats.org/drawingml/2006/main">
            <a:pPr algn="l">
              <a:defRPr sz="1950" b="1" i="0">
                <a:solidFill>
                  <a:srgbClr val="07546A"/>
                </a:solidFill>
                <a:latin typeface="Arial"/>
                <a:ea typeface="Arial"/>
                <a:cs typeface="Arial"/>
              </a:defRPr>
            </a:pPr>
            <a:r>
              <a:rPr sz="1950" b="1" i="0">
                <a:solidFill>
                  <a:srgbClr val="07546A"/>
                </a:solidFill>
                <a:latin typeface="Arial"/>
                <a:ea typeface="Arial"/>
                <a:cs typeface="Arial"/>
              </a:rPr>
              <a:t>Xuân Tóc Đỏ cứu quốc</a:t>
            </a:r>
          </a:p>
        </p:txBody>
      </p:sp>
      <p:sp>
        <p:nvSpPr>
          <p:cNvPr id="11" name="Nổi bật với giọng kể trào phúng,">
            <a:extLst xmlns:a="http://schemas.openxmlformats.org/drawingml/2006/main">
              <a:ext uri="{FF2B5EF4-FFF2-40B4-BE49-F238E27FC236}">
                <a16:creationId xmlns:a16="http://schemas.microsoft.com/office/drawing/2014/main" id="{86DC2E1D-4F15-478C-BBD4-C797585DA406}"/>
              </a:ext>
            </a:extLst>
          </p:cNvPr>
          <p:cNvSpPr>
            <a:spLocks xmlns:a="http://schemas.openxmlformats.org/drawingml/2006/main" noGrp="1"/>
          </p:cNvSpPr>
          <p:nvPr/>
        </p:nvSpPr>
        <p:spPr>
          <a:xfrm xmlns:a="http://schemas.openxmlformats.org/drawingml/2006/main">
            <a:off x="6496050" y="2886075"/>
            <a:ext cx="4762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614"/>
          </a:bodyPr>
          <a:lstStyle xmlns:a="http://schemas.openxmlformats.org/drawingml/2006/main"/>
          <a:p xmlns:a="http://schemas.openxmlformats.org/drawingml/2006/main">
            <a:pPr algn="l">
              <a:defRPr sz="1425" b="0" i="0">
                <a:solidFill>
                  <a:srgbClr val="203D45"/>
                </a:solidFill>
                <a:latin typeface="Arial"/>
                <a:ea typeface="Arial"/>
                <a:cs typeface="Arial"/>
              </a:defRPr>
            </a:pPr>
            <a:r>
              <a:rPr sz="1425" b="0" i="0">
                <a:solidFill>
                  <a:srgbClr val="203D45"/>
                </a:solidFill>
                <a:latin typeface="Arial"/>
                <a:ea typeface="Arial"/>
                <a:cs typeface="Arial"/>
              </a:rPr>
              <a:t>Nổi bật với giọng kể trào phúng, cách xây dựng nhân vật đầy nghịch lí nhằm phơi bày những điều lố bịch, giả tạo của xã hội.</a:t>
            </a:r>
          </a:p>
        </p:txBody>
      </p:sp>
      <p:sp>
        <p:nvSpPr>
          <p:cNvPr id="12" name="Sự khác biệt ấy không chỉ tạo nê">
            <a:extLst xmlns:a="http://schemas.openxmlformats.org/drawingml/2006/main">
              <a:ext uri="{FF2B5EF4-FFF2-40B4-BE49-F238E27FC236}">
                <a16:creationId xmlns:a16="http://schemas.microsoft.com/office/drawing/2014/main" id="{5024B3BD-436A-4FBB-A5E1-7C5AE62B7D31}"/>
              </a:ext>
            </a:extLst>
          </p:cNvPr>
          <p:cNvSpPr>
            <a:spLocks xmlns:a="http://schemas.openxmlformats.org/drawingml/2006/main" noGrp="1"/>
          </p:cNvSpPr>
          <p:nvPr/>
        </p:nvSpPr>
        <p:spPr>
          <a:xfrm xmlns:a="http://schemas.openxmlformats.org/drawingml/2006/main">
            <a:off x="876300" y="3848100"/>
            <a:ext cx="10439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032"/>
          </a:bodyPr>
          <a:lstStyle xmlns:a="http://schemas.openxmlformats.org/drawingml/2006/main"/>
          <a:p xmlns:a="http://schemas.openxmlformats.org/drawingml/2006/main">
            <a:pPr algn="l">
              <a:defRPr sz="1575" b="0" i="0">
                <a:solidFill>
                  <a:srgbClr val="07546A"/>
                </a:solidFill>
                <a:latin typeface="Arial"/>
                <a:ea typeface="Arial"/>
                <a:cs typeface="Arial"/>
              </a:defRPr>
            </a:pPr>
            <a:r>
              <a:rPr sz="1575" b="0" i="0">
                <a:solidFill>
                  <a:srgbClr val="07546A"/>
                </a:solidFill>
                <a:latin typeface="Arial"/>
                <a:ea typeface="Arial"/>
                <a:cs typeface="Arial"/>
              </a:rPr>
              <a:t>Sự khác biệt ấy không chỉ tạo nên nét riêng trong phong cách nghệ thuật của mỗi tác giả mà còn góp phần làm nên sức hấp dẫn và giá trị của hai tác phẩm.</a:t>
            </a:r>
          </a:p>
        </p:txBody>
      </p:sp>
      <p:sp>
        <p:nvSpPr>
          <p:cNvPr id="13" name="Chính sự đa dạng ấy đã góp phần ">
            <a:extLst xmlns:a="http://schemas.openxmlformats.org/drawingml/2006/main">
              <a:ext uri="{FF2B5EF4-FFF2-40B4-BE49-F238E27FC236}">
                <a16:creationId xmlns:a16="http://schemas.microsoft.com/office/drawing/2014/main" id="{0A7AFDA2-6393-40A1-A24E-7A74E70D3BCD}"/>
              </a:ext>
            </a:extLst>
          </p:cNvPr>
          <p:cNvSpPr>
            <a:spLocks xmlns:a="http://schemas.openxmlformats.org/drawingml/2006/main" noGrp="1"/>
          </p:cNvSpPr>
          <p:nvPr/>
        </p:nvSpPr>
        <p:spPr>
          <a:xfrm xmlns:a="http://schemas.openxmlformats.org/drawingml/2006/main">
            <a:off x="876300" y="4448175"/>
            <a:ext cx="10439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i="0">
                <a:solidFill>
                  <a:srgbClr val="203D45"/>
                </a:solidFill>
                <a:latin typeface="Arial"/>
                <a:ea typeface="Arial"/>
                <a:cs typeface="Arial"/>
              </a:defRPr>
            </a:pPr>
            <a:r>
              <a:rPr sz="1425" b="0" i="0">
                <a:solidFill>
                  <a:srgbClr val="203D45"/>
                </a:solidFill>
                <a:latin typeface="Arial"/>
                <a:ea typeface="Arial"/>
                <a:cs typeface="Arial"/>
              </a:rPr>
              <a:t>Chính sự đa dạng ấy đã góp phần làm phong phú diện mạo văn học Việt Nam và để lại cho người đọc nhiều bài học, suy ngẫm về con người và cuộc đời.</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cb4b676279974a0a"/>
          <a:stretch xmlns:a="http://schemas.openxmlformats.org/drawingml/2006/main"/>
        </p:blipFill>
        <p:spPr>
          <a:xfrm xmlns:a="http://schemas.openxmlformats.org/drawingml/2006/main">
            <a:off x="2004007" y="5162550"/>
            <a:ext cx="602086" cy="952500"/>
          </a:xfrm>
          <a:prstGeom xmlns:a="http://schemas.openxmlformats.org/drawingml/2006/main" prst="roundRect">
            <a:avLst>
              <a:gd name="adj" fmla="val 12000"/>
            </a:avLst>
          </a:prstGeom>
        </p:spPr>
      </p:pic>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8e7faf8f046448b0"/>
          <a:stretch xmlns:a="http://schemas.openxmlformats.org/drawingml/2006/main"/>
        </p:blipFill>
        <p:spPr>
          <a:xfrm xmlns:a="http://schemas.openxmlformats.org/drawingml/2006/main">
            <a:off x="5461000" y="5162550"/>
            <a:ext cx="1270000" cy="952500"/>
          </a:xfrm>
          <a:prstGeom xmlns:a="http://schemas.openxmlformats.org/drawingml/2006/main" prst="roundRect">
            <a:avLst>
              <a:gd name="adj" fmla="val 12000"/>
            </a:avLst>
          </a:prstGeom>
        </p:spPr>
      </p:pic>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36cfb92c09cf45e6"/>
          <a:stretch xmlns:a="http://schemas.openxmlformats.org/drawingml/2006/main"/>
        </p:blipFill>
        <p:spPr>
          <a:xfrm xmlns:a="http://schemas.openxmlformats.org/drawingml/2006/main">
            <a:off x="9546403" y="5162550"/>
            <a:ext cx="681094" cy="952500"/>
          </a:xfrm>
          <a:prstGeom xmlns:a="http://schemas.openxmlformats.org/drawingml/2006/main" prst="roundRect">
            <a:avLst>
              <a:gd name="adj" fmla="val 12000"/>
            </a:avLst>
          </a:prstGeom>
        </p:spPr>
      </p:pic>
    </p:spTree>
    <p:extLst>
      <p:ext uri="{BB962C8B-B14F-4D97-AF65-F5344CB8AC3E}">
        <p14:creationId xmlns:p14="http://schemas.microsoft.com/office/powerpoint/2010/main" val="1160258405"/>
      </p:ext>
    </p:extLst>
  </p:cSld>
</p:sld>
</file>

<file path=ppt/slides/slide7.xml><?xml version="1.0" encoding="utf-8"?>
<p:sld xmlns:p="http://schemas.openxmlformats.org/presentationml/2006/main">
  <p:cSld>
    <p:bg>
      <p:bgPr>
        <a:solidFill xmlns:a="http://schemas.openxmlformats.org/drawingml/2006/main">
          <a:srgbClr val="FFF7EC"/>
        </a:solidFill>
      </p:bgPr>
    </p:bg>
    <p:spTree>
      <p:nvGrpSpPr>
        <p:cNvPr id="1" name=""/>
        <p:cNvGrpSpPr/>
        <p:nvPr/>
      </p:nvGrpSpPr>
      <p:grpSpPr>
        <a:xfrm xmlns:a="http://schemas.openxmlformats.org/drawingml/2006/main"/>
      </p:grpSpPr>
      <p:sp>
        <p:nvSpPr>
          <p:cNvPr id="6" name="TỔNG KẾT TRỌNG TÂM">
            <a:extLst xmlns:a="http://schemas.openxmlformats.org/drawingml/2006/main">
              <a:ext uri="{FF2B5EF4-FFF2-40B4-BE49-F238E27FC236}">
                <a16:creationId xmlns:a16="http://schemas.microsoft.com/office/drawing/2014/main" id="{2F5E051D-1ECB-4F50-AB65-38A209309DFA}"/>
              </a:ext>
            </a:extLst>
          </p:cNvPr>
          <p:cNvSpPr>
            <a:spLocks xmlns:a="http://schemas.openxmlformats.org/drawingml/2006/main" noGrp="1"/>
          </p:cNvSpPr>
          <p:nvPr/>
        </p:nvSpPr>
        <p:spPr>
          <a:xfrm xmlns:a="http://schemas.openxmlformats.org/drawingml/2006/main">
            <a:off x="685800" y="4000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l">
              <a:defRPr sz="1200" b="1" i="0">
                <a:solidFill>
                  <a:srgbClr val="BD8E56"/>
                </a:solidFill>
                <a:latin typeface="Arial"/>
                <a:ea typeface="Arial"/>
                <a:cs typeface="Arial"/>
              </a:defRPr>
            </a:pPr>
            <a:r>
              <a:rPr sz="1200" b="1" i="0">
                <a:solidFill>
                  <a:srgbClr val="BD8E56"/>
                </a:solidFill>
                <a:latin typeface="Arial"/>
                <a:ea typeface="Arial"/>
                <a:cs typeface="Arial"/>
              </a:rPr>
              <a:t>TỔNG KẾT TRỌNG TÂM</a:t>
            </a:r>
          </a:p>
        </p:txBody>
      </p:sp>
      <p:sp>
        <p:nvSpPr>
          <p:cNvPr id="2" name="Hai tác phẩm đem đến hai cách ph">
            <a:extLst xmlns:a="http://schemas.openxmlformats.org/drawingml/2006/main">
              <a:ext uri="{FF2B5EF4-FFF2-40B4-BE49-F238E27FC236}">
                <a16:creationId xmlns:a16="http://schemas.microsoft.com/office/drawing/2014/main" id="{2822CE04-BCD2-494F-B46B-7348148DA07E}"/>
              </a:ext>
            </a:extLst>
          </p:cNvPr>
          <p:cNvSpPr>
            <a:spLocks xmlns:a="http://schemas.openxmlformats.org/drawingml/2006/main" noGrp="1"/>
          </p:cNvSpPr>
          <p:nvPr/>
        </p:nvSpPr>
        <p:spPr>
          <a:xfrm xmlns:a="http://schemas.openxmlformats.org/drawingml/2006/main">
            <a:off x="685800" y="72390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925" b="0" i="0">
                <a:solidFill>
                  <a:srgbClr val="07546A"/>
                </a:solidFill>
                <a:latin typeface="Arial"/>
                <a:ea typeface="Arial"/>
                <a:cs typeface="Arial"/>
              </a:defRPr>
            </a:pPr>
            <a:r>
              <a:rPr sz="2925" b="0" i="0">
                <a:solidFill>
                  <a:srgbClr val="07546A"/>
                </a:solidFill>
                <a:latin typeface="Arial"/>
                <a:ea typeface="Arial"/>
                <a:cs typeface="Arial"/>
              </a:rPr>
              <a:t>Hai tác phẩm đem đến hai cách phản ánh và hai bài học</a:t>
            </a:r>
          </a:p>
        </p:txBody>
      </p:sp>
      <p:sp>
        <p:nvSpPr>
          <p:cNvPr id="3" name="">
            <a:extLst xmlns:a="http://schemas.openxmlformats.org/drawingml/2006/main">
              <a:ext uri="{FF2B5EF4-FFF2-40B4-BE49-F238E27FC236}">
                <a16:creationId xmlns:a16="http://schemas.microsoft.com/office/drawing/2014/main" id="{4ED95C25-463D-4D28-B85D-5F4A14488337}"/>
              </a:ext>
            </a:extLst>
          </p:cNvPr>
          <p:cNvSpPr>
            <a:spLocks xmlns:a="http://schemas.openxmlformats.org/drawingml/2006/main" noGrp="1"/>
          </p:cNvSpPr>
          <p:nvPr/>
        </p:nvSpPr>
        <p:spPr>
          <a:xfrm xmlns:a="http://schemas.openxmlformats.org/drawingml/2006/main">
            <a:off x="685800" y="1609725"/>
            <a:ext cx="647700" cy="28575"/>
          </a:xfrm>
          <a:prstGeom xmlns:a="http://schemas.openxmlformats.org/drawingml/2006/main" prst="rect">
            <a:avLst/>
          </a:prstGeom>
          <a:solidFill xmlns:a="http://schemas.openxmlformats.org/drawingml/2006/main">
            <a:srgbClr val="BD8E56"/>
          </a:solidFill>
          <a:ln xmlns:a="http://schemas.openxmlformats.org/drawingml/2006/main" w="0">
            <a:noFill/>
          </a:ln>
        </p:spPr>
      </p:sp>
      <p:sp>
        <p:nvSpPr>
          <p:cNvPr id="4" name="07">
            <a:extLst xmlns:a="http://schemas.openxmlformats.org/drawingml/2006/main">
              <a:ext uri="{FF2B5EF4-FFF2-40B4-BE49-F238E27FC236}">
                <a16:creationId xmlns:a16="http://schemas.microsoft.com/office/drawing/2014/main" id="{C2E1E2F5-3CD4-4FE8-B3DB-97CE689BEBE7}"/>
              </a:ext>
            </a:extLst>
          </p:cNvPr>
          <p:cNvSpPr>
            <a:spLocks xmlns:a="http://schemas.openxmlformats.org/drawingml/2006/main" noGrp="1"/>
          </p:cNvSpPr>
          <p:nvPr/>
        </p:nvSpPr>
        <p:spPr>
          <a:xfrm xmlns:a="http://schemas.openxmlformats.org/drawingml/2006/main">
            <a:off x="11049000" y="62960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r">
              <a:defRPr sz="1200" b="0" i="0">
                <a:solidFill>
                  <a:srgbClr val="07546A"/>
                </a:solidFill>
                <a:latin typeface="Arial"/>
                <a:ea typeface="Arial"/>
                <a:cs typeface="Arial"/>
              </a:defRPr>
            </a:pPr>
            <a:r>
              <a:rPr sz="1200" b="0" i="0">
                <a:solidFill>
                  <a:srgbClr val="07546A"/>
                </a:solidFill>
                <a:latin typeface="Arial"/>
                <a:ea typeface="Arial"/>
                <a:cs typeface="Arial"/>
              </a:rPr>
              <a:t>07</a:t>
            </a:r>
          </a:p>
        </p:txBody>
      </p:sp>
      <p:graphicFrame>
        <p:nvGraphicFramePr>
          <p:cNvPr id="10" name=""/>
          <p:cNvGraphicFramePr/>
          <p:nvPr/>
        </p:nvGraphicFramePr>
        <p:xfrm>
          <a:off xmlns:a="http://schemas.openxmlformats.org/drawingml/2006/main" x="685800" y="2057400"/>
          <a:ext xmlns:a="http://schemas.openxmlformats.org/drawingml/2006/main" cx="10820400" cy="3524250"/>
        </p:xfrm>
        <a:graphic xmlns:a="http://schemas.openxmlformats.org/drawingml/2006/main">
          <a:graphicData uri="http://schemas.openxmlformats.org/drawingml/2006/table">
            <a:tbl>
              <a:tblPr/>
              <a:tblGrid>
                <a:gridCol w="2095500"/>
                <a:gridCol w="4362450"/>
                <a:gridCol w="4362450"/>
              </a:tblGrid>
              <a:tr h="881063">
                <a:tc>
                  <a:txBody>
                    <a:bodyPr/>
                    <a:lstStyle/>
                    <a:p>
                      <a:pPr algn="ctr"/>
                      <a:r>
                        <a:rPr sz="1575" b="1">
                          <a:solidFill>
                            <a:srgbClr val="FFFCF6"/>
                          </a:solidFill>
                          <a:latin typeface="Arial"/>
                          <a:ea typeface="Arial"/>
                          <a:cs typeface="Arial"/>
                        </a:rPr>
                        <a:t>Nội dung</a:t>
                      </a:r>
                    </a:p>
                  </a:txBody>
                  <a:tcPr marL="91440" marR="91440" marT="45720" marB="45720">
                    <a:solidFill>
                      <a:srgbClr val="07546A"/>
                    </a:solidFill>
                  </a:tcPr>
                </a:tc>
                <a:tc>
                  <a:txBody>
                    <a:bodyPr/>
                    <a:lstStyle/>
                    <a:p>
                      <a:pPr algn="ctr"/>
                      <a:r>
                        <a:rPr sz="1575" b="1">
                          <a:solidFill>
                            <a:srgbClr val="FFFCF6"/>
                          </a:solidFill>
                          <a:latin typeface="Arial"/>
                          <a:ea typeface="Arial"/>
                          <a:cs typeface="Arial"/>
                        </a:rPr>
                        <a:t>Xuân Tóc Đỏ Cứu Quốc</a:t>
                      </a:r>
                    </a:p>
                  </a:txBody>
                  <a:tcPr marL="91440" marR="91440" marT="45720" marB="45720">
                    <a:solidFill>
                      <a:srgbClr val="07546A"/>
                    </a:solidFill>
                  </a:tcPr>
                </a:tc>
                <a:tc>
                  <a:txBody>
                    <a:bodyPr/>
                    <a:lstStyle/>
                    <a:p>
                      <a:pPr algn="ctr"/>
                      <a:r>
                        <a:rPr sz="1575" b="1">
                          <a:solidFill>
                            <a:srgbClr val="FFFCF6"/>
                          </a:solidFill>
                          <a:latin typeface="Arial"/>
                          <a:ea typeface="Arial"/>
                          <a:cs typeface="Arial"/>
                        </a:rPr>
                        <a:t>Mùa Lá Rụng Trong Vườn</a:t>
                      </a:r>
                    </a:p>
                  </a:txBody>
                  <a:tcPr marL="91440" marR="91440" marT="45720" marB="45720">
                    <a:solidFill>
                      <a:srgbClr val="07546A"/>
                    </a:solidFill>
                  </a:tcPr>
                </a:tc>
              </a:tr>
              <a:tr h="881063">
                <a:tc>
                  <a:txBody>
                    <a:bodyPr/>
                    <a:lstStyle/>
                    <a:p>
                      <a:pPr algn="ctr"/>
                      <a:r>
                        <a:rPr sz="1500" b="1">
                          <a:solidFill>
                            <a:srgbClr val="07546A"/>
                          </a:solidFill>
                          <a:latin typeface="Arial"/>
                          <a:ea typeface="Arial"/>
                          <a:cs typeface="Arial"/>
                        </a:rPr>
                        <a:t>Phương thức</a:t>
                      </a:r>
                    </a:p>
                  </a:txBody>
                  <a:tcPr marL="91440" marR="91440" marT="45720" marB="45720">
                    <a:solidFill>
                      <a:srgbClr val="FFFCF6"/>
                    </a:solidFill>
                  </a:tcPr>
                </a:tc>
                <a:tc>
                  <a:txBody>
                    <a:bodyPr/>
                    <a:lstStyle/>
                    <a:p>
                      <a:pPr algn="l"/>
                      <a:r>
                        <a:rPr sz="1425" b="0">
                          <a:solidFill>
                            <a:srgbClr val="203D45"/>
                          </a:solidFill>
                          <a:latin typeface="Arial"/>
                          <a:ea typeface="Arial"/>
                          <a:cs typeface="Arial"/>
                        </a:rPr>
                        <a:t>Bóc trần cái xấu qua tiếng cười trào phúng</a:t>
                      </a:r>
                    </a:p>
                  </a:txBody>
                  <a:tcPr marL="91440" marR="91440" marT="45720" marB="45720">
                    <a:solidFill>
                      <a:srgbClr val="FFFCF6"/>
                    </a:solidFill>
                  </a:tcPr>
                </a:tc>
                <a:tc>
                  <a:txBody>
                    <a:bodyPr/>
                    <a:lstStyle/>
                    <a:p>
                      <a:pPr algn="l"/>
                      <a:r>
                        <a:rPr sz="1425" b="0">
                          <a:solidFill>
                            <a:srgbClr val="203D45"/>
                          </a:solidFill>
                          <a:latin typeface="Arial"/>
                          <a:ea typeface="Arial"/>
                          <a:cs typeface="Arial"/>
                        </a:rPr>
                        <a:t>Thức tỉnh tình cảm qua tâm lý đời thường</a:t>
                      </a:r>
                    </a:p>
                  </a:txBody>
                  <a:tcPr marL="91440" marR="91440" marT="45720" marB="45720">
                    <a:solidFill>
                      <a:srgbClr val="FFFCF6"/>
                    </a:solidFill>
                  </a:tcPr>
                </a:tc>
              </a:tr>
              <a:tr h="881063">
                <a:tc>
                  <a:txBody>
                    <a:bodyPr/>
                    <a:lstStyle/>
                    <a:p>
                      <a:pPr algn="ctr"/>
                      <a:r>
                        <a:rPr sz="1500" b="1">
                          <a:solidFill>
                            <a:srgbClr val="07546A"/>
                          </a:solidFill>
                          <a:latin typeface="Arial"/>
                          <a:ea typeface="Arial"/>
                          <a:cs typeface="Arial"/>
                        </a:rPr>
                        <a:t>Đóng góp</a:t>
                      </a:r>
                    </a:p>
                  </a:txBody>
                  <a:tcPr marL="91440" marR="91440" marT="45720" marB="45720">
                    <a:solidFill>
                      <a:srgbClr val="E9F0EE"/>
                    </a:solidFill>
                  </a:tcPr>
                </a:tc>
                <a:tc>
                  <a:txBody>
                    <a:bodyPr/>
                    <a:lstStyle/>
                    <a:p>
                      <a:pPr algn="l"/>
                      <a:r>
                        <a:rPr sz="1425" b="0">
                          <a:solidFill>
                            <a:srgbClr val="203D45"/>
                          </a:solidFill>
                          <a:latin typeface="Arial"/>
                          <a:ea typeface="Arial"/>
                          <a:cs typeface="Arial"/>
                        </a:rPr>
                        <a:t>Đa dạng hóa góc nhìn phản ánh hiện thực</a:t>
                      </a:r>
                    </a:p>
                  </a:txBody>
                  <a:tcPr marL="91440" marR="91440" marT="45720" marB="45720">
                    <a:solidFill>
                      <a:srgbClr val="E9F0EE"/>
                    </a:solidFill>
                  </a:tcPr>
                </a:tc>
                <a:tc>
                  <a:txBody>
                    <a:bodyPr/>
                    <a:lstStyle/>
                    <a:p>
                      <a:pPr algn="l"/>
                      <a:r>
                        <a:rPr sz="1425" b="0">
                          <a:solidFill>
                            <a:srgbClr val="203D45"/>
                          </a:solidFill>
                          <a:latin typeface="Arial"/>
                          <a:ea typeface="Arial"/>
                          <a:cs typeface="Arial"/>
                        </a:rPr>
                        <a:t>Khẳng định bản sắc nghệ thuật độc đáo</a:t>
                      </a:r>
                    </a:p>
                  </a:txBody>
                  <a:tcPr marL="91440" marR="91440" marT="45720" marB="45720">
                    <a:solidFill>
                      <a:srgbClr val="E9F0EE"/>
                    </a:solidFill>
                  </a:tcPr>
                </a:tc>
              </a:tr>
              <a:tr h="881063">
                <a:tc>
                  <a:txBody>
                    <a:bodyPr/>
                    <a:lstStyle/>
                    <a:p>
                      <a:pPr algn="ctr"/>
                      <a:r>
                        <a:rPr sz="1500" b="1">
                          <a:solidFill>
                            <a:srgbClr val="07546A"/>
                          </a:solidFill>
                          <a:latin typeface="Arial"/>
                          <a:ea typeface="Arial"/>
                          <a:cs typeface="Arial"/>
                        </a:rPr>
                        <a:t>Bài học</a:t>
                      </a:r>
                    </a:p>
                  </a:txBody>
                  <a:tcPr marL="91440" marR="91440" marT="45720" marB="45720">
                    <a:solidFill>
                      <a:srgbClr val="FFFCF6"/>
                    </a:solidFill>
                  </a:tcPr>
                </a:tc>
                <a:tc>
                  <a:txBody>
                    <a:bodyPr/>
                    <a:lstStyle/>
                    <a:p>
                      <a:pPr algn="l"/>
                      <a:r>
                        <a:rPr sz="1425" b="0">
                          <a:solidFill>
                            <a:srgbClr val="203D45"/>
                          </a:solidFill>
                          <a:latin typeface="Arial"/>
                          <a:ea typeface="Arial"/>
                          <a:cs typeface="Arial"/>
                        </a:rPr>
                        <a:t>Cảnh tỉnh trước sự tha hóa, hư danh</a:t>
                      </a:r>
                    </a:p>
                  </a:txBody>
                  <a:tcPr marL="91440" marR="91440" marT="45720" marB="45720">
                    <a:solidFill>
                      <a:srgbClr val="FFFCF6"/>
                    </a:solidFill>
                  </a:tcPr>
                </a:tc>
                <a:tc>
                  <a:txBody>
                    <a:bodyPr/>
                    <a:lstStyle/>
                    <a:p>
                      <a:pPr algn="l"/>
                      <a:r>
                        <a:rPr sz="1425" b="0">
                          <a:solidFill>
                            <a:srgbClr val="203D45"/>
                          </a:solidFill>
                          <a:latin typeface="Arial"/>
                          <a:ea typeface="Arial"/>
                          <a:cs typeface="Arial"/>
                        </a:rPr>
                        <a:t>Trân trọng nếp nhà, giá trị truyền thống</a:t>
                      </a:r>
                    </a:p>
                  </a:txBody>
                  <a:tcPr marL="91440" marR="91440" marT="45720" marB="45720">
                    <a:solidFill>
                      <a:srgbClr val="FFFCF6"/>
                    </a:solidFill>
                  </a:tcPr>
                </a:tc>
              </a:tr>
            </a:tbl>
          </a:graphicData>
        </a:graphic>
      </p:graphicFrame>
    </p:spTree>
    <p:extLst>
      <p:ext uri="{BB962C8B-B14F-4D97-AF65-F5344CB8AC3E}">
        <p14:creationId xmlns:p14="http://schemas.microsoft.com/office/powerpoint/2010/main" val="1604556255"/>
      </p:ext>
    </p:extLst>
  </p:cSld>
</p:sld>
</file>

<file path=ppt/slides/slide8.xml><?xml version="1.0" encoding="utf-8"?>
<p:sld xmlns:p="http://schemas.openxmlformats.org/presentationml/2006/main">
  <p:cSld>
    <p:bg>
      <p:bgPr>
        <a:solidFill xmlns:a="http://schemas.openxmlformats.org/drawingml/2006/main">
          <a:srgbClr val="FFF7EC"/>
        </a:solidFill>
      </p:bgPr>
    </p:bg>
    <p:spTree>
      <p:nvGrpSpPr>
        <p:cNvPr id="1" name=""/>
        <p:cNvGrpSpPr/>
        <p:nvPr/>
      </p:nvGrpSpPr>
      <p:grpSpPr>
        <a:xfrm xmlns:a="http://schemas.openxmlformats.org/drawingml/2006/main"/>
      </p:grpSpPr>
      <p:sp>
        <p:nvSpPr>
          <p:cNvPr id="5" name="TRÂN TRỌNG">
            <a:extLst xmlns:a="http://schemas.openxmlformats.org/drawingml/2006/main">
              <a:ext uri="{FF2B5EF4-FFF2-40B4-BE49-F238E27FC236}">
                <a16:creationId xmlns:a16="http://schemas.microsoft.com/office/drawing/2014/main" id="{ECC3CA31-6071-42E8-8659-C6E0470604F7}"/>
              </a:ext>
            </a:extLst>
          </p:cNvPr>
          <p:cNvSpPr>
            <a:spLocks xmlns:a="http://schemas.openxmlformats.org/drawingml/2006/main" noGrp="1"/>
          </p:cNvSpPr>
          <p:nvPr/>
        </p:nvSpPr>
        <p:spPr>
          <a:xfrm xmlns:a="http://schemas.openxmlformats.org/drawingml/2006/main">
            <a:off x="685800" y="2428875"/>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i="0">
                <a:solidFill>
                  <a:srgbClr val="BD8E56"/>
                </a:solidFill>
                <a:latin typeface="Arial"/>
                <a:ea typeface="Arial"/>
                <a:cs typeface="Arial"/>
              </a:defRPr>
            </a:pPr>
            <a:r>
              <a:rPr sz="1500" b="1" i="0">
                <a:solidFill>
                  <a:srgbClr val="BD8E56"/>
                </a:solidFill>
                <a:latin typeface="Arial"/>
                <a:ea typeface="Arial"/>
                <a:cs typeface="Arial"/>
              </a:rPr>
              <a:t>TRÂN TRỌNG</a:t>
            </a:r>
          </a:p>
        </p:txBody>
      </p:sp>
      <p:sp>
        <p:nvSpPr>
          <p:cNvPr id="2" name="Lời cảm ơn">
            <a:extLst xmlns:a="http://schemas.openxmlformats.org/drawingml/2006/main">
              <a:ext uri="{FF2B5EF4-FFF2-40B4-BE49-F238E27FC236}">
                <a16:creationId xmlns:a16="http://schemas.microsoft.com/office/drawing/2014/main" id="{2FFC16AF-B5C6-4FE4-9D51-4091A3A6770A}"/>
              </a:ext>
            </a:extLst>
          </p:cNvPr>
          <p:cNvSpPr>
            <a:spLocks xmlns:a="http://schemas.openxmlformats.org/drawingml/2006/main" noGrp="1"/>
          </p:cNvSpPr>
          <p:nvPr/>
        </p:nvSpPr>
        <p:spPr>
          <a:xfrm xmlns:a="http://schemas.openxmlformats.org/drawingml/2006/main">
            <a:off x="685800" y="29241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4950" b="0" i="0">
                <a:solidFill>
                  <a:srgbClr val="07546A"/>
                </a:solidFill>
                <a:latin typeface="Arial"/>
                <a:ea typeface="Arial"/>
                <a:cs typeface="Arial"/>
              </a:defRPr>
            </a:pPr>
            <a:r>
              <a:rPr sz="4950" b="0" i="0">
                <a:solidFill>
                  <a:srgbClr val="07546A"/>
                </a:solidFill>
                <a:latin typeface="Arial"/>
                <a:ea typeface="Arial"/>
                <a:cs typeface="Arial"/>
              </a:rPr>
              <a:t>Lời cảm ơn</a:t>
            </a:r>
          </a:p>
        </p:txBody>
      </p:sp>
      <p:sp>
        <p:nvSpPr>
          <p:cNvPr id="3" name="">
            <a:extLst xmlns:a="http://schemas.openxmlformats.org/drawingml/2006/main">
              <a:ext uri="{FF2B5EF4-FFF2-40B4-BE49-F238E27FC236}">
                <a16:creationId xmlns:a16="http://schemas.microsoft.com/office/drawing/2014/main" id="{038E8A59-767D-4EBA-A5D7-88C40960C402}"/>
              </a:ext>
            </a:extLst>
          </p:cNvPr>
          <p:cNvSpPr>
            <a:spLocks xmlns:a="http://schemas.openxmlformats.org/drawingml/2006/main" noGrp="1"/>
          </p:cNvSpPr>
          <p:nvPr/>
        </p:nvSpPr>
        <p:spPr>
          <a:xfrm xmlns:a="http://schemas.openxmlformats.org/drawingml/2006/main">
            <a:off x="5772150" y="4095750"/>
            <a:ext cx="647700" cy="28575"/>
          </a:xfrm>
          <a:prstGeom xmlns:a="http://schemas.openxmlformats.org/drawingml/2006/main" prst="rect">
            <a:avLst/>
          </a:prstGeom>
          <a:solidFill xmlns:a="http://schemas.openxmlformats.org/drawingml/2006/main">
            <a:srgbClr val="BD8E56"/>
          </a:solidFill>
          <a:ln xmlns:a="http://schemas.openxmlformats.org/drawingml/2006/main" w="0">
            <a:noFill/>
          </a:ln>
        </p:spPr>
      </p:sp>
      <p:sp>
        <p:nvSpPr>
          <p:cNvPr id="4" name="08">
            <a:extLst xmlns:a="http://schemas.openxmlformats.org/drawingml/2006/main">
              <a:ext uri="{FF2B5EF4-FFF2-40B4-BE49-F238E27FC236}">
                <a16:creationId xmlns:a16="http://schemas.microsoft.com/office/drawing/2014/main" id="{05AD017F-ACD8-47DF-87ED-D544709ABFE7}"/>
              </a:ext>
            </a:extLst>
          </p:cNvPr>
          <p:cNvSpPr>
            <a:spLocks xmlns:a="http://schemas.openxmlformats.org/drawingml/2006/main" noGrp="1"/>
          </p:cNvSpPr>
          <p:nvPr/>
        </p:nvSpPr>
        <p:spPr>
          <a:xfrm xmlns:a="http://schemas.openxmlformats.org/drawingml/2006/main">
            <a:off x="11049000" y="62960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r">
              <a:defRPr sz="1200" b="0" i="0">
                <a:solidFill>
                  <a:srgbClr val="07546A"/>
                </a:solidFill>
                <a:latin typeface="Arial"/>
                <a:ea typeface="Arial"/>
                <a:cs typeface="Arial"/>
              </a:defRPr>
            </a:pPr>
            <a:r>
              <a:rPr sz="1200" b="0" i="0">
                <a:solidFill>
                  <a:srgbClr val="07546A"/>
                </a:solidFill>
                <a:latin typeface="Arial"/>
                <a:ea typeface="Arial"/>
                <a:cs typeface="Arial"/>
              </a:rPr>
              <a:t>08</a:t>
            </a:r>
          </a:p>
        </p:txBody>
      </p:sp>
    </p:spTree>
    <p:extLst>
      <p:ext uri="{BB962C8B-B14F-4D97-AF65-F5344CB8AC3E}">
        <p14:creationId xmlns:p14="http://schemas.microsoft.com/office/powerpoint/2010/main" val="366542622"/>
      </p:ext>
    </p:extLst>
  </p:cSld>
</p:sld>
</file>

<file path=ppt/slides/slide9.xml><?xml version="1.0" encoding="utf-8"?>
<p:sld xmlns:p="http://schemas.openxmlformats.org/presentationml/2006/main">
  <p:cSld>
    <p:bg>
      <p:bgPr>
        <a:solidFill xmlns:a="http://schemas.openxmlformats.org/drawingml/2006/main">
          <a:srgbClr val="07546A"/>
        </a:solidFill>
      </p:bgPr>
    </p:bg>
    <p:spTree>
      <p:nvGrpSpPr>
        <p:cNvPr id="1" name=""/>
        <p:cNvGrpSpPr/>
        <p:nvPr/>
      </p:nvGrpSpPr>
      <p:grpSpPr>
        <a:xfrm xmlns:a="http://schemas.openxmlformats.org/drawingml/2006/main"/>
      </p:grpSpPr>
      <p:sp>
        <p:nvSpPr>
          <p:cNvPr id="5" name="TRI ÂN">
            <a:extLst xmlns:a="http://schemas.openxmlformats.org/drawingml/2006/main">
              <a:ext uri="{FF2B5EF4-FFF2-40B4-BE49-F238E27FC236}">
                <a16:creationId xmlns:a16="http://schemas.microsoft.com/office/drawing/2014/main" id="{917858DB-12CA-4B17-A5DA-38ED9097283B}"/>
              </a:ext>
            </a:extLst>
          </p:cNvPr>
          <p:cNvSpPr>
            <a:spLocks xmlns:a="http://schemas.openxmlformats.org/drawingml/2006/main" noGrp="1"/>
          </p:cNvSpPr>
          <p:nvPr/>
        </p:nvSpPr>
        <p:spPr>
          <a:xfrm xmlns:a="http://schemas.openxmlformats.org/drawingml/2006/main">
            <a:off x="685800" y="2047875"/>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i="0">
                <a:solidFill>
                  <a:srgbClr val="EBCB91"/>
                </a:solidFill>
                <a:latin typeface="Arial"/>
                <a:ea typeface="Arial"/>
                <a:cs typeface="Arial"/>
              </a:defRPr>
            </a:pPr>
            <a:r>
              <a:rPr sz="1500" b="1" i="0">
                <a:solidFill>
                  <a:srgbClr val="EBCB91"/>
                </a:solidFill>
                <a:latin typeface="Arial"/>
                <a:ea typeface="Arial"/>
                <a:cs typeface="Arial"/>
              </a:rPr>
              <a:t>TRI ÂN</a:t>
            </a:r>
          </a:p>
        </p:txBody>
      </p:sp>
      <p:sp>
        <p:nvSpPr>
          <p:cNvPr id="2" name="Tri ân mọi người đã lắng nghe&#10;và">
            <a:extLst xmlns:a="http://schemas.openxmlformats.org/drawingml/2006/main">
              <a:ext uri="{FF2B5EF4-FFF2-40B4-BE49-F238E27FC236}">
                <a16:creationId xmlns:a16="http://schemas.microsoft.com/office/drawing/2014/main" id="{71645F25-4579-4285-8BA1-63CE9C7DBE4F}"/>
              </a:ext>
            </a:extLst>
          </p:cNvPr>
          <p:cNvSpPr>
            <a:spLocks xmlns:a="http://schemas.openxmlformats.org/drawingml/2006/main" noGrp="1"/>
          </p:cNvSpPr>
          <p:nvPr/>
        </p:nvSpPr>
        <p:spPr>
          <a:xfrm xmlns:a="http://schemas.openxmlformats.org/drawingml/2006/main">
            <a:off x="1257300" y="2638425"/>
            <a:ext cx="967740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3300" b="0" i="0">
                <a:solidFill>
                  <a:srgbClr val="FFF7EC"/>
                </a:solidFill>
                <a:latin typeface="Arial"/>
                <a:ea typeface="Arial"/>
                <a:cs typeface="Arial"/>
              </a:defRPr>
            </a:pPr>
            <a:r>
              <a:rPr sz="3300" b="0" i="0">
                <a:solidFill>
                  <a:srgbClr val="FFF7EC"/>
                </a:solidFill>
                <a:latin typeface="Arial"/>
                <a:ea typeface="Arial"/>
                <a:cs typeface="Arial"/>
              </a:rPr>
              <a:t>Tri ân mọi người đã lắng nghe</a:t>
            </a:r>
          </a:p>
          <a:p xmlns:a="http://schemas.openxmlformats.org/drawingml/2006/main">
            <a:pPr algn="ctr">
              <a:defRPr sz="3300" b="0" i="0">
                <a:solidFill>
                  <a:srgbClr val="FFF7EC"/>
                </a:solidFill>
                <a:latin typeface="Arial"/>
                <a:ea typeface="Arial"/>
                <a:cs typeface="Arial"/>
              </a:defRPr>
            </a:pPr>
            <a:r>
              <a:rPr sz="3300" b="0" i="0">
                <a:solidFill>
                  <a:srgbClr val="FFF7EC"/>
                </a:solidFill>
                <a:latin typeface="Arial"/>
                <a:ea typeface="Arial"/>
                <a:cs typeface="Arial"/>
              </a:rPr>
              <a:t>và tham gia làm bài thuyết trình</a:t>
            </a:r>
          </a:p>
        </p:txBody>
      </p:sp>
      <p:sp>
        <p:nvSpPr>
          <p:cNvPr id="3" name="">
            <a:extLst xmlns:a="http://schemas.openxmlformats.org/drawingml/2006/main">
              <a:ext uri="{FF2B5EF4-FFF2-40B4-BE49-F238E27FC236}">
                <a16:creationId xmlns:a16="http://schemas.microsoft.com/office/drawing/2014/main" id="{12F074CA-9431-4082-A692-EA4AC0955B3D}"/>
              </a:ext>
            </a:extLst>
          </p:cNvPr>
          <p:cNvSpPr>
            <a:spLocks xmlns:a="http://schemas.openxmlformats.org/drawingml/2006/main" noGrp="1"/>
          </p:cNvSpPr>
          <p:nvPr/>
        </p:nvSpPr>
        <p:spPr>
          <a:xfrm xmlns:a="http://schemas.openxmlformats.org/drawingml/2006/main">
            <a:off x="5772150" y="4686300"/>
            <a:ext cx="647700" cy="28575"/>
          </a:xfrm>
          <a:prstGeom xmlns:a="http://schemas.openxmlformats.org/drawingml/2006/main" prst="rect">
            <a:avLst/>
          </a:prstGeom>
          <a:solidFill xmlns:a="http://schemas.openxmlformats.org/drawingml/2006/main">
            <a:srgbClr val="EBCB91"/>
          </a:solidFill>
          <a:ln xmlns:a="http://schemas.openxmlformats.org/drawingml/2006/main" w="0">
            <a:noFill/>
          </a:ln>
        </p:spPr>
      </p:sp>
      <p:sp>
        <p:nvSpPr>
          <p:cNvPr id="4" name="09">
            <a:extLst xmlns:a="http://schemas.openxmlformats.org/drawingml/2006/main">
              <a:ext uri="{FF2B5EF4-FFF2-40B4-BE49-F238E27FC236}">
                <a16:creationId xmlns:a16="http://schemas.microsoft.com/office/drawing/2014/main" id="{E1DEACC3-2445-44C4-893C-6AC3CDA7794B}"/>
              </a:ext>
            </a:extLst>
          </p:cNvPr>
          <p:cNvSpPr>
            <a:spLocks xmlns:a="http://schemas.openxmlformats.org/drawingml/2006/main" noGrp="1"/>
          </p:cNvSpPr>
          <p:nvPr/>
        </p:nvSpPr>
        <p:spPr>
          <a:xfrm xmlns:a="http://schemas.openxmlformats.org/drawingml/2006/main">
            <a:off x="11049000" y="62960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r">
              <a:defRPr sz="1200" b="0" i="0">
                <a:solidFill>
                  <a:srgbClr val="FFF7EC"/>
                </a:solidFill>
                <a:latin typeface="Arial"/>
                <a:ea typeface="Arial"/>
                <a:cs typeface="Arial"/>
              </a:defRPr>
            </a:pPr>
            <a:r>
              <a:rPr sz="1200" b="0" i="0">
                <a:solidFill>
                  <a:srgbClr val="FFF7EC"/>
                </a:solidFill>
                <a:latin typeface="Arial"/>
                <a:ea typeface="Arial"/>
                <a:cs typeface="Arial"/>
              </a:rPr>
              <a:t>09</a:t>
            </a:r>
          </a:p>
        </p:txBody>
      </p:sp>
    </p:spTree>
    <p:extLst>
      <p:ext uri="{BB962C8B-B14F-4D97-AF65-F5344CB8AC3E}">
        <p14:creationId xmlns:p14="http://schemas.microsoft.com/office/powerpoint/2010/main" val="208543345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2026-09-26T16:40:05.8980000Z</dcterms:created>
  <dcterms:modified xsi:type="dcterms:W3CDTF">2026-09-26T16:40:05.8980000Z</dcterms:modified>
</coreProperties>
</file>